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35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>
        <p:scale>
          <a:sx n="50" d="100"/>
          <a:sy n="50" d="100"/>
        </p:scale>
        <p:origin x="1284" y="2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09CE9-F18C-5020-CF43-5960AFE65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40410"/>
            <a:ext cx="10813067" cy="78383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3600" dirty="0">
                <a:solidFill>
                  <a:schemeClr val="tx2">
                    <a:alpha val="9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6B3AA5-F8D6-AB69-241F-6F8F1DD41E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998185"/>
            <a:ext cx="10813067" cy="54150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69E8996-63F9-282F-EB89-823A9E405F9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2974" y="1606318"/>
            <a:ext cx="11268845" cy="479145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78127-77D8-DF99-4AE0-F322800B0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008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04168-7304-004B-C2F6-42E38FDC5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ABAD28B-DD56-4B56-883A-96608C765E28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58464-EE0F-215A-2FA8-F434687B9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FC7F41E-D11A-451A-9EF8-082D09FC1D34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FC4771-5A22-2E68-AB04-0949D0A15B66}"/>
              </a:ext>
            </a:extLst>
          </p:cNvPr>
          <p:cNvCxnSpPr>
            <a:cxnSpLocks/>
          </p:cNvCxnSpPr>
          <p:nvPr/>
        </p:nvCxnSpPr>
        <p:spPr>
          <a:xfrm flipH="1">
            <a:off x="0" y="159971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AA95C5A-6D75-9E1D-C459-7F2022E84F55}"/>
              </a:ext>
            </a:extLst>
          </p:cNvPr>
          <p:cNvCxnSpPr>
            <a:cxnSpLocks/>
          </p:cNvCxnSpPr>
          <p:nvPr/>
        </p:nvCxnSpPr>
        <p:spPr>
          <a:xfrm>
            <a:off x="457200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0ED5AC1-9F96-A868-7F45-523BF1A45E7C}"/>
              </a:ext>
            </a:extLst>
          </p:cNvPr>
          <p:cNvCxnSpPr>
            <a:cxnSpLocks/>
          </p:cNvCxnSpPr>
          <p:nvPr/>
        </p:nvCxnSpPr>
        <p:spPr>
          <a:xfrm>
            <a:off x="11734800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0E1F764-5B01-7711-9CF1-7EA13A629701}"/>
              </a:ext>
            </a:extLst>
          </p:cNvPr>
          <p:cNvCxnSpPr>
            <a:cxnSpLocks/>
          </p:cNvCxnSpPr>
          <p:nvPr/>
        </p:nvCxnSpPr>
        <p:spPr>
          <a:xfrm flipH="1">
            <a:off x="0" y="6396171"/>
            <a:ext cx="12192000" cy="0"/>
          </a:xfrm>
          <a:prstGeom prst="line">
            <a:avLst/>
          </a:prstGeom>
          <a:ln w="9525">
            <a:solidFill>
              <a:schemeClr val="tx2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43023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360221"/>
            <a:ext cx="10515600" cy="13304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004291"/>
            <a:ext cx="10515600" cy="41726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5800" y="6445997"/>
            <a:ext cx="394930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9B316-9C2B-4A98-8791-748A5BD0A29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7F41E-D11A-451A-9EF8-082D09FC1D34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76D044F-5574-D6D7-2A47-5069E411C22F}"/>
              </a:ext>
            </a:extLst>
          </p:cNvPr>
          <p:cNvCxnSpPr>
            <a:cxnSpLocks/>
          </p:cNvCxnSpPr>
          <p:nvPr/>
        </p:nvCxnSpPr>
        <p:spPr>
          <a:xfrm flipH="1">
            <a:off x="0" y="1825625"/>
            <a:ext cx="12210293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6870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09CE9-F18C-5020-CF43-5960AFE65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72445" y="1480212"/>
            <a:ext cx="3849131" cy="2871351"/>
          </a:xfrm>
        </p:spPr>
        <p:txBody>
          <a:bodyPr anchor="ctr">
            <a:normAutofit/>
          </a:bodyPr>
          <a:lstStyle>
            <a:lvl1pPr algn="ctr">
              <a:defRPr sz="3600">
                <a:solidFill>
                  <a:schemeClr val="tx2">
                    <a:alpha val="9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6B3AA5-F8D6-AB69-241F-6F8F1DD41E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72446" y="5410440"/>
            <a:ext cx="3849128" cy="106820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69E8996-63F9-282F-EB89-823A9E405F9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204414" cy="6859634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78127-77D8-DF99-4AE0-F322800B0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429501" y="6445997"/>
            <a:ext cx="295546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04168-7304-004B-C2F6-42E38FDC59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26650" y="6445997"/>
            <a:ext cx="135305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9C9B316-9C2B-4A98-8791-748A5BD0A29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58464-EE0F-215A-2FA8-F434687B9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FC7F41E-D11A-451A-9EF8-082D09FC1D34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8BE003B-9AA9-5AAB-16A3-CC8CD5997AAA}"/>
              </a:ext>
            </a:extLst>
          </p:cNvPr>
          <p:cNvCxnSpPr>
            <a:cxnSpLocks/>
          </p:cNvCxnSpPr>
          <p:nvPr/>
        </p:nvCxnSpPr>
        <p:spPr>
          <a:xfrm flipH="1">
            <a:off x="7206802" y="5031087"/>
            <a:ext cx="4985198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0CBC2A1-BC50-27CD-C764-435FA7A59ABD}"/>
              </a:ext>
            </a:extLst>
          </p:cNvPr>
          <p:cNvCxnSpPr>
            <a:cxnSpLocks/>
          </p:cNvCxnSpPr>
          <p:nvPr/>
        </p:nvCxnSpPr>
        <p:spPr>
          <a:xfrm>
            <a:off x="7206802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02992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09CE9-F18C-5020-CF43-5960AFE65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6222" y="1246912"/>
            <a:ext cx="8919556" cy="3050766"/>
          </a:xfrm>
        </p:spPr>
        <p:txBody>
          <a:bodyPr anchor="ctr">
            <a:normAutofit/>
          </a:bodyPr>
          <a:lstStyle>
            <a:lvl1pPr algn="ctr">
              <a:defRPr sz="5400">
                <a:solidFill>
                  <a:schemeClr val="tx2">
                    <a:alpha val="9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6B3AA5-F8D6-AB69-241F-6F8F1DD41E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51378" y="5345199"/>
            <a:ext cx="7289245" cy="118403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78127-77D8-DF99-4AE0-F322800B0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04168-7304-004B-C2F6-42E38FDC5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9C9B316-9C2B-4A98-8791-748A5BD0A29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58464-EE0F-215A-2FA8-F434687B9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FC7F41E-D11A-451A-9EF8-082D09FC1D34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7C4A186-7A3C-2849-F4A7-5B5565EB29E6}"/>
              </a:ext>
            </a:extLst>
          </p:cNvPr>
          <p:cNvCxnSpPr>
            <a:cxnSpLocks/>
          </p:cNvCxnSpPr>
          <p:nvPr/>
        </p:nvCxnSpPr>
        <p:spPr>
          <a:xfrm flipH="1">
            <a:off x="0" y="5016433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0C7E87E-EC44-47F9-6172-5EEA03DE5D87}"/>
              </a:ext>
            </a:extLst>
          </p:cNvPr>
          <p:cNvCxnSpPr>
            <a:cxnSpLocks/>
          </p:cNvCxnSpPr>
          <p:nvPr/>
        </p:nvCxnSpPr>
        <p:spPr>
          <a:xfrm flipH="1">
            <a:off x="0" y="459932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46414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2D6AD5-6168-B411-89A9-90C82303B25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EC6DA0-2CB8-AFC5-DB06-AB9235983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38087"/>
            <a:ext cx="8932653" cy="3312544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600" cap="all" baseline="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E16A9F-28B9-2207-66D3-D952EB7EC8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-789870"/>
            <a:ext cx="10515600" cy="638352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B3F77F-C41D-1011-B9F4-A5DE814F4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751081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8CD507-925C-84B3-8F49-9F3B91209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9C9B316-9C2B-4A98-8791-748A5BD0A29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13B4AE-32E8-CAFF-4A3C-6CBE4FFFA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FC7F41E-D11A-451A-9EF8-082D09FC1D34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BFA0DE8-9E4B-D747-CB64-14B8DEDC02EA}"/>
              </a:ext>
            </a:extLst>
          </p:cNvPr>
          <p:cNvCxnSpPr>
            <a:cxnSpLocks/>
          </p:cNvCxnSpPr>
          <p:nvPr/>
        </p:nvCxnSpPr>
        <p:spPr>
          <a:xfrm flipH="1">
            <a:off x="0" y="1367580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1EB75EB-F27E-271A-C843-4096E1F19057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92334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02D18C4-A1A8-6CA4-B4A2-0E9791DC7F7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63362"/>
            <a:ext cx="11122507" cy="1162632"/>
          </a:xfrm>
        </p:spPr>
        <p:txBody>
          <a:bodyPr anchor="ctr">
            <a:normAutofit/>
          </a:bodyPr>
          <a:lstStyle>
            <a:lvl1pPr>
              <a:defRPr sz="72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79085" y="2249592"/>
            <a:ext cx="6100623" cy="3787062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>
                <a:solidFill>
                  <a:schemeClr val="tx2"/>
                </a:solidFill>
              </a:defRPr>
            </a:lvl1pPr>
            <a:lvl2pPr marL="571500" indent="-342900">
              <a:buFont typeface="+mj-lt"/>
              <a:buAutoNum type="arabicPeriod"/>
              <a:defRPr lang="en-US" sz="1800" dirty="0">
                <a:solidFill>
                  <a:schemeClr val="tx2"/>
                </a:solidFill>
              </a:defRPr>
            </a:lvl2pPr>
            <a:lvl3pPr marL="800100" indent="-342900">
              <a:buFont typeface="+mj-lt"/>
              <a:buAutoNum type="arabicPeriod"/>
              <a:defRPr lang="en-US" sz="1600" dirty="0">
                <a:solidFill>
                  <a:schemeClr val="tx2"/>
                </a:solidFill>
              </a:defRPr>
            </a:lvl3pPr>
            <a:lvl4pPr marL="1028700" indent="-342900">
              <a:buFont typeface="+mj-lt"/>
              <a:buAutoNum type="arabicPeriod"/>
              <a:defRPr lang="en-US" sz="1400" dirty="0">
                <a:solidFill>
                  <a:schemeClr val="tx2"/>
                </a:solidFill>
              </a:defRPr>
            </a:lvl4pPr>
            <a:lvl5pPr marL="1257300" indent="-342900">
              <a:buFont typeface="+mj-lt"/>
              <a:buAutoNum type="arabicPeriod"/>
              <a:defRPr lang="en-US" sz="1400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9C9B316-9C2B-4A98-8791-748A5BD0A29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FC7F41E-D11A-451A-9EF8-082D09FC1D34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06406B2-3637-5849-867E-A0ADC9D9DDA5}"/>
              </a:ext>
            </a:extLst>
          </p:cNvPr>
          <p:cNvCxnSpPr>
            <a:cxnSpLocks/>
          </p:cNvCxnSpPr>
          <p:nvPr/>
        </p:nvCxnSpPr>
        <p:spPr>
          <a:xfrm flipH="1">
            <a:off x="0" y="1822345"/>
            <a:ext cx="121920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0E47964-42E3-09B6-4B3F-96D1060D072B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97825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0D0A563-F018-FFF1-B911-D69E42CEEAA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63362"/>
            <a:ext cx="11130279" cy="1162632"/>
          </a:xfrm>
        </p:spPr>
        <p:txBody>
          <a:bodyPr anchor="ctr">
            <a:normAutofit/>
          </a:bodyPr>
          <a:lstStyle>
            <a:lvl1pPr>
              <a:defRPr sz="72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5DA2B1BE-7DDF-C8B4-6A46-21B5A0257D0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8364" y="1830708"/>
            <a:ext cx="5321063" cy="4563927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46552" y="2191025"/>
            <a:ext cx="5733156" cy="3894807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>
                <a:solidFill>
                  <a:schemeClr val="tx2"/>
                </a:solidFill>
              </a:defRPr>
            </a:lvl1pPr>
            <a:lvl2pPr marL="571500" indent="-342900">
              <a:buFont typeface="+mj-lt"/>
              <a:buAutoNum type="arabicPeriod"/>
              <a:defRPr lang="en-US" sz="1800" dirty="0">
                <a:solidFill>
                  <a:schemeClr val="tx2"/>
                </a:solidFill>
              </a:defRPr>
            </a:lvl2pPr>
            <a:lvl3pPr marL="800100" indent="-342900">
              <a:buFont typeface="+mj-lt"/>
              <a:buAutoNum type="arabicPeriod"/>
              <a:defRPr lang="en-US" sz="1600" dirty="0">
                <a:solidFill>
                  <a:schemeClr val="tx2"/>
                </a:solidFill>
              </a:defRPr>
            </a:lvl3pPr>
            <a:lvl4pPr marL="1028700" indent="-342900">
              <a:buFont typeface="+mj-lt"/>
              <a:buAutoNum type="arabicPeriod"/>
              <a:defRPr lang="en-US" sz="1400" dirty="0">
                <a:solidFill>
                  <a:schemeClr val="tx2"/>
                </a:solidFill>
              </a:defRPr>
            </a:lvl4pPr>
            <a:lvl5pPr marL="1257300" indent="-342900">
              <a:buFont typeface="+mj-lt"/>
              <a:buAutoNum type="arabicPeriod"/>
              <a:defRPr lang="en-US" sz="1400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9C9B316-9C2B-4A98-8791-748A5BD0A29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FC7F41E-D11A-451A-9EF8-082D09FC1D34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06406B2-3637-5849-867E-A0ADC9D9DDA5}"/>
              </a:ext>
            </a:extLst>
          </p:cNvPr>
          <p:cNvCxnSpPr>
            <a:cxnSpLocks/>
          </p:cNvCxnSpPr>
          <p:nvPr/>
        </p:nvCxnSpPr>
        <p:spPr>
          <a:xfrm flipH="1">
            <a:off x="0" y="1822345"/>
            <a:ext cx="12192000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0E47964-42E3-09B6-4B3F-96D1060D072B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5DD64E6-257D-65B2-D2A7-6A1002E1E580}"/>
              </a:ext>
            </a:extLst>
          </p:cNvPr>
          <p:cNvCxnSpPr>
            <a:cxnSpLocks/>
          </p:cNvCxnSpPr>
          <p:nvPr/>
        </p:nvCxnSpPr>
        <p:spPr>
          <a:xfrm>
            <a:off x="5321065" y="1822345"/>
            <a:ext cx="0" cy="5035655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09228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1299"/>
            <a:ext cx="3689927" cy="1486906"/>
          </a:xfrm>
        </p:spPr>
        <p:txBody>
          <a:bodyPr anchor="t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4515" y="2780147"/>
            <a:ext cx="6567049" cy="33598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9B316-9C2B-4A98-8791-748A5BD0A29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7F41E-D11A-451A-9EF8-082D09FC1D34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BF5C1EC-3A2D-2E51-65A6-6155B3776C4A}"/>
              </a:ext>
            </a:extLst>
          </p:cNvPr>
          <p:cNvCxnSpPr>
            <a:cxnSpLocks/>
          </p:cNvCxnSpPr>
          <p:nvPr/>
        </p:nvCxnSpPr>
        <p:spPr>
          <a:xfrm flipH="1">
            <a:off x="0" y="2397979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797FEE4-9B7E-CE58-4AA3-EC6E3E1861F3}"/>
              </a:ext>
            </a:extLst>
          </p:cNvPr>
          <p:cNvCxnSpPr>
            <a:cxnSpLocks/>
          </p:cNvCxnSpPr>
          <p:nvPr/>
        </p:nvCxnSpPr>
        <p:spPr>
          <a:xfrm>
            <a:off x="4469245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71776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360">
          <p15:clr>
            <a:srgbClr val="FBAE40"/>
          </p15:clr>
        </p15:guide>
        <p15:guide id="4" pos="2928">
          <p15:clr>
            <a:srgbClr val="FBAE40"/>
          </p15:clr>
        </p15:guide>
        <p15:guide id="5" pos="47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0473"/>
            <a:ext cx="3664107" cy="3864052"/>
          </a:xfrm>
        </p:spPr>
        <p:txBody>
          <a:bodyPr anchor="t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0349" y="720473"/>
            <a:ext cx="6309360" cy="5303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9B316-9C2B-4A98-8791-748A5BD0A29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7F41E-D11A-451A-9EF8-082D09FC1D34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6AC6891-86BE-FF41-E94E-AB97BFFB2322}"/>
              </a:ext>
            </a:extLst>
          </p:cNvPr>
          <p:cNvCxnSpPr>
            <a:cxnSpLocks/>
          </p:cNvCxnSpPr>
          <p:nvPr/>
        </p:nvCxnSpPr>
        <p:spPr>
          <a:xfrm>
            <a:off x="4643464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151E503-5C8D-3CDA-5CC2-A56B4F2A6193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85734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1995" y="559483"/>
            <a:ext cx="6825541" cy="1009652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421943" cy="639806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1994" y="2083837"/>
            <a:ext cx="6825545" cy="4032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81144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9B316-9C2B-4A98-8791-748A5BD0A29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7F41E-D11A-451A-9EF8-082D09FC1D34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4423739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4F50A3-1136-13EC-E499-F6DDCBFE375F}"/>
              </a:ext>
            </a:extLst>
          </p:cNvPr>
          <p:cNvCxnSpPr>
            <a:cxnSpLocks/>
          </p:cNvCxnSpPr>
          <p:nvPr/>
        </p:nvCxnSpPr>
        <p:spPr>
          <a:xfrm flipH="1">
            <a:off x="4425535" y="1810995"/>
            <a:ext cx="7750205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1330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2644" y="669386"/>
            <a:ext cx="7231413" cy="10058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8994" y="-5468"/>
            <a:ext cx="4011836" cy="639806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2644" y="1812385"/>
            <a:ext cx="7231407" cy="44238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40801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9B316-9C2B-4A98-8791-748A5BD0A29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7F41E-D11A-451A-9EF8-082D09FC1D34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4009212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33706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80728"/>
            <a:ext cx="7281067" cy="10058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23728"/>
            <a:ext cx="7281061" cy="44238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95489" y="-6369"/>
            <a:ext cx="3996512" cy="639806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9B316-9C2B-4A98-8791-748A5BD0A29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7F41E-D11A-451A-9EF8-082D09FC1D34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8188287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39510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78485"/>
            <a:ext cx="6369370" cy="10058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21484"/>
            <a:ext cx="6360897" cy="42921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77100" y="-8466"/>
            <a:ext cx="4914895" cy="639806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9B316-9C2B-4A98-8791-748A5BD0A29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7F41E-D11A-451A-9EF8-082D09FC1D34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7270008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54567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8145"/>
            <a:ext cx="4000497" cy="16797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72880"/>
            <a:ext cx="4000497" cy="37894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53323" y="0"/>
            <a:ext cx="7338676" cy="6396281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40005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9B316-9C2B-4A98-8791-748A5BD0A29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7F41E-D11A-451A-9EF8-082D09FC1D34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9854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4849331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07788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9922" y="458144"/>
            <a:ext cx="3909536" cy="148587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268396" cy="6396281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39922" y="2463789"/>
            <a:ext cx="3909534" cy="35610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9B316-9C2B-4A98-8791-748A5BD0A29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7F41E-D11A-451A-9EF8-082D09FC1D34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9854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A67EAFE-BA64-2156-9780-AA400F6F3026}"/>
              </a:ext>
            </a:extLst>
          </p:cNvPr>
          <p:cNvCxnSpPr>
            <a:cxnSpLocks/>
          </p:cNvCxnSpPr>
          <p:nvPr/>
        </p:nvCxnSpPr>
        <p:spPr>
          <a:xfrm>
            <a:off x="7271347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4F2342-86AA-3EA4-EB3B-2DB8D68315E6}"/>
              </a:ext>
            </a:extLst>
          </p:cNvPr>
          <p:cNvCxnSpPr>
            <a:cxnSpLocks/>
          </p:cNvCxnSpPr>
          <p:nvPr/>
        </p:nvCxnSpPr>
        <p:spPr>
          <a:xfrm flipH="1">
            <a:off x="7227420" y="2212509"/>
            <a:ext cx="493532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06262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3959530"/>
            <a:ext cx="3512409" cy="219986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B441162-7125-E1E0-1B82-FCC1AB84227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857" y="-1"/>
            <a:ext cx="12192000" cy="3648977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3613" y="3959529"/>
            <a:ext cx="7011183" cy="23695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1" y="6445997"/>
            <a:ext cx="354329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9B316-9C2B-4A98-8791-748A5BD0A29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7F41E-D11A-451A-9EF8-082D09FC1D34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FF81FBD-8D67-B5E4-E22E-74E98EF89F80}"/>
              </a:ext>
            </a:extLst>
          </p:cNvPr>
          <p:cNvCxnSpPr>
            <a:cxnSpLocks/>
          </p:cNvCxnSpPr>
          <p:nvPr/>
        </p:nvCxnSpPr>
        <p:spPr>
          <a:xfrm>
            <a:off x="4290210" y="3648976"/>
            <a:ext cx="0" cy="3209024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892870-1B48-2935-21E8-3BC6F474C661}"/>
              </a:ext>
            </a:extLst>
          </p:cNvPr>
          <p:cNvCxnSpPr>
            <a:cxnSpLocks/>
          </p:cNvCxnSpPr>
          <p:nvPr/>
        </p:nvCxnSpPr>
        <p:spPr>
          <a:xfrm flipH="1">
            <a:off x="-857" y="3654706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82160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377072"/>
            <a:ext cx="4958078" cy="122548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842182"/>
            <a:ext cx="5758172" cy="4546457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142" y="377072"/>
            <a:ext cx="5558655" cy="57974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9B316-9C2B-4A98-8791-748A5BD0A29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7F41E-D11A-451A-9EF8-082D09FC1D34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57362BC-3CD1-D6F5-CB9B-B2AAD7EAD176}"/>
              </a:ext>
            </a:extLst>
          </p:cNvPr>
          <p:cNvCxnSpPr>
            <a:cxnSpLocks/>
          </p:cNvCxnSpPr>
          <p:nvPr/>
        </p:nvCxnSpPr>
        <p:spPr>
          <a:xfrm>
            <a:off x="5758174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4F50A3-1136-13EC-E499-F6DDCBFE375F}"/>
              </a:ext>
            </a:extLst>
          </p:cNvPr>
          <p:cNvCxnSpPr>
            <a:cxnSpLocks/>
          </p:cNvCxnSpPr>
          <p:nvPr/>
        </p:nvCxnSpPr>
        <p:spPr>
          <a:xfrm flipH="1">
            <a:off x="0" y="1842182"/>
            <a:ext cx="5758174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89680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407360"/>
            <a:ext cx="3543299" cy="173282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466598"/>
            <a:ext cx="4460008" cy="3601433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2635" y="788704"/>
            <a:ext cx="6730614" cy="53858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5433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9B316-9C2B-4A98-8791-748A5BD0A29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7F41E-D11A-451A-9EF8-082D09FC1D34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4F50A3-1136-13EC-E499-F6DDCBFE375F}"/>
              </a:ext>
            </a:extLst>
          </p:cNvPr>
          <p:cNvCxnSpPr>
            <a:cxnSpLocks/>
          </p:cNvCxnSpPr>
          <p:nvPr/>
        </p:nvCxnSpPr>
        <p:spPr>
          <a:xfrm flipH="1">
            <a:off x="0" y="4068031"/>
            <a:ext cx="4460008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57362BC-3CD1-D6F5-CB9B-B2AAD7EAD176}"/>
              </a:ext>
            </a:extLst>
          </p:cNvPr>
          <p:cNvCxnSpPr>
            <a:cxnSpLocks/>
          </p:cNvCxnSpPr>
          <p:nvPr/>
        </p:nvCxnSpPr>
        <p:spPr>
          <a:xfrm>
            <a:off x="4460008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40D58D1-F636-9620-582E-41FBB707092B}"/>
              </a:ext>
            </a:extLst>
          </p:cNvPr>
          <p:cNvCxnSpPr>
            <a:cxnSpLocks/>
          </p:cNvCxnSpPr>
          <p:nvPr/>
        </p:nvCxnSpPr>
        <p:spPr>
          <a:xfrm flipH="1">
            <a:off x="0" y="459932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73968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91F6A87-CC7B-D4BD-1F6A-C3948971C39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88720" y="5264780"/>
            <a:ext cx="9811512" cy="1097280"/>
          </a:xfrm>
        </p:spPr>
        <p:txBody>
          <a:bodyPr vert="horz" lIns="91440" tIns="45720" rIns="91440" bIns="45720" rtlCol="0" anchor="ctr">
            <a:normAutofit/>
          </a:bodyPr>
          <a:lstStyle>
            <a:lvl1pPr algn="ctr">
              <a:lnSpc>
                <a:spcPct val="110000"/>
              </a:lnSpc>
              <a:defRPr lang="en-US" sz="2800" cap="all" spc="100" baseline="0" dirty="0">
                <a:solidFill>
                  <a:schemeClr val="tx2">
                    <a:lumMod val="9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3776" y="676656"/>
            <a:ext cx="11201400" cy="420624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sz="27800" dirty="0">
                <a:solidFill>
                  <a:schemeClr val="tx2">
                    <a:lumMod val="9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9C9B316-9C2B-4A98-8791-748A5BD0A29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FC7F41E-D11A-451A-9EF8-082D09FC1D34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5ADE133-B5D6-A1C0-6BC9-C723D008EC0E}"/>
              </a:ext>
            </a:extLst>
          </p:cNvPr>
          <p:cNvCxnSpPr>
            <a:cxnSpLocks/>
          </p:cNvCxnSpPr>
          <p:nvPr/>
        </p:nvCxnSpPr>
        <p:spPr>
          <a:xfrm flipH="1">
            <a:off x="0" y="5018669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8333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5FB4D75-C478-D736-9A5A-B64DEA24103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93103" y="1493520"/>
            <a:ext cx="8805794" cy="39116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10000"/>
              </a:lnSpc>
              <a:buNone/>
              <a:defRPr sz="5400" b="0">
                <a:solidFill>
                  <a:schemeClr val="tx2"/>
                </a:solidFill>
                <a:latin typeface="+mj-lt"/>
              </a:defRPr>
            </a:lvl1pPr>
            <a:lvl2pPr marL="228600" indent="0" algn="ctr">
              <a:lnSpc>
                <a:spcPct val="110000"/>
              </a:lnSpc>
              <a:buNone/>
              <a:defRPr sz="4800" b="0">
                <a:solidFill>
                  <a:schemeClr val="tx2"/>
                </a:solidFill>
                <a:latin typeface="+mj-lt"/>
              </a:defRPr>
            </a:lvl2pPr>
            <a:lvl3pPr marL="457200" indent="0" algn="ctr">
              <a:lnSpc>
                <a:spcPct val="110000"/>
              </a:lnSpc>
              <a:buNone/>
              <a:defRPr sz="4400" b="0">
                <a:solidFill>
                  <a:schemeClr val="tx2"/>
                </a:solidFill>
                <a:latin typeface="+mj-lt"/>
              </a:defRPr>
            </a:lvl3pPr>
            <a:lvl4pPr marL="685800" indent="0" algn="ctr">
              <a:lnSpc>
                <a:spcPct val="110000"/>
              </a:lnSpc>
              <a:buNone/>
              <a:defRPr sz="4000" b="0">
                <a:solidFill>
                  <a:schemeClr val="tx2"/>
                </a:solidFill>
                <a:latin typeface="+mj-lt"/>
              </a:defRPr>
            </a:lvl4pPr>
            <a:lvl5pPr marL="914400" indent="0" algn="ctr">
              <a:lnSpc>
                <a:spcPct val="110000"/>
              </a:lnSpc>
              <a:buNone/>
              <a:defRPr sz="3600" b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008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9C9B316-9C2B-4A98-8791-748A5BD0A29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FC7F41E-D11A-451A-9EF8-082D09FC1D34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C547212-589F-3A5C-2FF7-4E576B86E3A3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40E2472-A2D0-B3C4-1592-E709B2EC9AD6}"/>
              </a:ext>
            </a:extLst>
          </p:cNvPr>
          <p:cNvCxnSpPr>
            <a:cxnSpLocks/>
          </p:cNvCxnSpPr>
          <p:nvPr/>
        </p:nvCxnSpPr>
        <p:spPr>
          <a:xfrm>
            <a:off x="457200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F95E0B8-C6C3-8095-D53F-FB618E39D7CE}"/>
              </a:ext>
            </a:extLst>
          </p:cNvPr>
          <p:cNvCxnSpPr>
            <a:cxnSpLocks/>
          </p:cNvCxnSpPr>
          <p:nvPr/>
        </p:nvCxnSpPr>
        <p:spPr>
          <a:xfrm flipH="1">
            <a:off x="0" y="459932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AD2DF78-237E-1E21-906C-273460F55F55}"/>
              </a:ext>
            </a:extLst>
          </p:cNvPr>
          <p:cNvCxnSpPr>
            <a:cxnSpLocks/>
          </p:cNvCxnSpPr>
          <p:nvPr/>
        </p:nvCxnSpPr>
        <p:spPr>
          <a:xfrm>
            <a:off x="11734800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02923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47DCC75-46A1-9953-9459-89672E9805A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62100" y="5549186"/>
            <a:ext cx="9199563" cy="65318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 cap="all" spc="100" baseline="0">
                <a:solidFill>
                  <a:schemeClr val="accent4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36EB602-83B2-B4EE-7805-FB94B774766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562100" y="823913"/>
            <a:ext cx="9199563" cy="3614737"/>
          </a:xfrm>
        </p:spPr>
        <p:txBody>
          <a:bodyPr anchor="ctr">
            <a:normAutofit/>
          </a:bodyPr>
          <a:lstStyle>
            <a:lvl1pPr marL="182880" indent="-182880">
              <a:buNone/>
              <a:defRPr sz="4000">
                <a:solidFill>
                  <a:schemeClr val="accent4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58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9C9B316-9C2B-4A98-8791-748A5BD0A29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FC7F41E-D11A-451A-9EF8-082D09FC1D34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41338F2-C5CE-45A7-7748-138B348BA1E7}"/>
              </a:ext>
            </a:extLst>
          </p:cNvPr>
          <p:cNvCxnSpPr>
            <a:cxnSpLocks/>
          </p:cNvCxnSpPr>
          <p:nvPr/>
        </p:nvCxnSpPr>
        <p:spPr>
          <a:xfrm>
            <a:off x="457200" y="0"/>
            <a:ext cx="0" cy="6858000"/>
          </a:xfrm>
          <a:prstGeom prst="line">
            <a:avLst/>
          </a:prstGeom>
          <a:ln w="9525">
            <a:solidFill>
              <a:schemeClr val="tx2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14CFB94-8AB3-65DB-0B12-EC4F7DAAEBF7}"/>
              </a:ext>
            </a:extLst>
          </p:cNvPr>
          <p:cNvCxnSpPr>
            <a:cxnSpLocks/>
          </p:cNvCxnSpPr>
          <p:nvPr/>
        </p:nvCxnSpPr>
        <p:spPr>
          <a:xfrm flipH="1">
            <a:off x="0" y="5043721"/>
            <a:ext cx="12192000" cy="0"/>
          </a:xfrm>
          <a:prstGeom prst="line">
            <a:avLst/>
          </a:prstGeom>
          <a:ln w="9525">
            <a:solidFill>
              <a:schemeClr val="tx2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68077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27BF6-CDFA-AAF4-F7FD-F4F8D06FF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5309"/>
            <a:ext cx="11277600" cy="914400"/>
          </a:xfrm>
        </p:spPr>
        <p:txBody>
          <a:bodyPr anchor="ctr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AB1904-05A3-AF54-90B7-8B4E5E9BFC6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5613" y="1677988"/>
            <a:ext cx="5181600" cy="44989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D15555F-2C1E-04D7-CE37-D06ABFB5685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53200" y="1677988"/>
            <a:ext cx="5180013" cy="4498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108197-F703-726D-4372-C7520052D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5FAA39-5E1E-3A94-5A04-C36BA19E3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9B316-9C2B-4A98-8791-748A5BD0A29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E80595-19B6-01B9-FCF5-F94B0C1BB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7F41E-D11A-451A-9EF8-082D09FC1D34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2C5098A-8A29-951C-ABCF-B4C329C3A94F}"/>
              </a:ext>
            </a:extLst>
          </p:cNvPr>
          <p:cNvCxnSpPr>
            <a:cxnSpLocks/>
          </p:cNvCxnSpPr>
          <p:nvPr/>
        </p:nvCxnSpPr>
        <p:spPr>
          <a:xfrm>
            <a:off x="6096000" y="1362719"/>
            <a:ext cx="0" cy="5490348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54A1D01-2B46-73F0-8DC7-926AA95F7DFC}"/>
              </a:ext>
            </a:extLst>
          </p:cNvPr>
          <p:cNvCxnSpPr>
            <a:cxnSpLocks/>
          </p:cNvCxnSpPr>
          <p:nvPr/>
        </p:nvCxnSpPr>
        <p:spPr>
          <a:xfrm flipH="1">
            <a:off x="0" y="1362719"/>
            <a:ext cx="12200040" cy="0"/>
          </a:xfrm>
          <a:prstGeom prst="line">
            <a:avLst/>
          </a:prstGeom>
          <a:ln w="9525">
            <a:solidFill>
              <a:srgbClr val="616867">
                <a:alpha val="4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187241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F27A1-B3E2-4312-9475-76586DB13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76838"/>
            <a:ext cx="11274552" cy="9144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FD6984-5D8F-6F35-3DC2-352D46E758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199" y="1475623"/>
            <a:ext cx="5184648" cy="676690"/>
          </a:xfrm>
        </p:spPr>
        <p:txBody>
          <a:bodyPr anchor="ctr">
            <a:normAutofit/>
          </a:bodyPr>
          <a:lstStyle>
            <a:lvl1pPr marL="0" indent="0">
              <a:buNone/>
              <a:defRPr sz="1800" b="0" cap="all" spc="16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CD5136-48A0-D788-8CE2-627309A00EC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2522538"/>
            <a:ext cx="5178425" cy="3806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07CEA6-7FDB-2A72-485B-D38A79C182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56248" y="1475622"/>
            <a:ext cx="5184648" cy="676690"/>
          </a:xfrm>
        </p:spPr>
        <p:txBody>
          <a:bodyPr anchor="ctr">
            <a:normAutofit/>
          </a:bodyPr>
          <a:lstStyle>
            <a:lvl1pPr marL="0" indent="0">
              <a:buNone/>
              <a:defRPr sz="1800" b="0" cap="all" spc="16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FC4D723F-4492-3B3B-CE74-0959714EEB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56375" y="2522538"/>
            <a:ext cx="5175249" cy="3806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3FA108E0-63AE-4B5C-404F-AD0FEC4AB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42E2EB77-3CF8-CDC9-D0D4-1AC07FC53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9B316-9C2B-4A98-8791-748A5BD0A29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6918C09E-FCA3-F1F6-7408-40D98FCEA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7F41E-D11A-451A-9EF8-082D09FC1D34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54F547E-1AC1-2FFD-3E17-DC3F25B07823}"/>
              </a:ext>
            </a:extLst>
          </p:cNvPr>
          <p:cNvCxnSpPr>
            <a:cxnSpLocks/>
          </p:cNvCxnSpPr>
          <p:nvPr/>
        </p:nvCxnSpPr>
        <p:spPr>
          <a:xfrm>
            <a:off x="6096000" y="1362719"/>
            <a:ext cx="0" cy="5490348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695E25D-D4B1-2002-F8AB-8B987C1683D9}"/>
              </a:ext>
            </a:extLst>
          </p:cNvPr>
          <p:cNvCxnSpPr>
            <a:cxnSpLocks/>
          </p:cNvCxnSpPr>
          <p:nvPr/>
        </p:nvCxnSpPr>
        <p:spPr>
          <a:xfrm flipH="1">
            <a:off x="0" y="2268129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335EA16-C700-BA75-F075-2E4BC3EAFBE2}"/>
              </a:ext>
            </a:extLst>
          </p:cNvPr>
          <p:cNvCxnSpPr>
            <a:cxnSpLocks/>
          </p:cNvCxnSpPr>
          <p:nvPr/>
        </p:nvCxnSpPr>
        <p:spPr>
          <a:xfrm flipH="1">
            <a:off x="0" y="1362719"/>
            <a:ext cx="12200040" cy="0"/>
          </a:xfrm>
          <a:prstGeom prst="line">
            <a:avLst/>
          </a:prstGeom>
          <a:ln w="9525">
            <a:solidFill>
              <a:srgbClr val="616867">
                <a:alpha val="4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00717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552C1-DD73-A90F-46E0-33A4D5580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8F8C10-87B8-01D2-2FEE-DAC41B9CF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25E57E-7F73-3825-2158-80859BAD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9B316-9C2B-4A98-8791-748A5BD0A29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A634BF-792D-AC8C-B0E0-492263401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7F41E-D11A-451A-9EF8-082D09FC1D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46977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51370D-0A93-44DD-E049-EF3265B73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FF00A2-5853-30A7-62F5-7C7CB5A22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9B316-9C2B-4A98-8791-748A5BD0A29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3E97DA-A7DF-E3FF-8937-F6A36D17F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7F41E-D11A-451A-9EF8-082D09FC1D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17954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319627-2791-E32D-91B0-857B27F822F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34473"/>
            <a:ext cx="11122508" cy="1993399"/>
          </a:xfrm>
        </p:spPr>
        <p:txBody>
          <a:bodyPr anchor="b">
            <a:normAutofit/>
          </a:bodyPr>
          <a:lstStyle>
            <a:lvl1pPr>
              <a:defRPr sz="60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199" y="3528206"/>
            <a:ext cx="11122509" cy="2754253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  <a:lvl2pPr marL="228600" indent="0">
              <a:buNone/>
              <a:defRPr lang="en-US" dirty="0">
                <a:solidFill>
                  <a:schemeClr val="tx2"/>
                </a:solidFill>
              </a:defRPr>
            </a:lvl2pPr>
            <a:lvl3pPr marL="457200" indent="0">
              <a:buNone/>
              <a:defRPr lang="en-US" dirty="0">
                <a:solidFill>
                  <a:schemeClr val="tx2"/>
                </a:solidFill>
              </a:defRPr>
            </a:lvl3pPr>
            <a:lvl4pPr marL="685800" indent="0">
              <a:buNone/>
              <a:defRPr lang="en-US" dirty="0">
                <a:solidFill>
                  <a:schemeClr val="tx2"/>
                </a:solidFill>
              </a:defRPr>
            </a:lvl4pPr>
            <a:lvl5pPr marL="914400" indent="0">
              <a:buNone/>
              <a:defRPr lang="en-US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9C9B316-9C2B-4A98-8791-748A5BD0A29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FC7F41E-D11A-451A-9EF8-082D09FC1D34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2128EF9-7F8A-2F1B-41F7-2CA02A35CCA7}"/>
              </a:ext>
            </a:extLst>
          </p:cNvPr>
          <p:cNvCxnSpPr>
            <a:cxnSpLocks/>
          </p:cNvCxnSpPr>
          <p:nvPr/>
        </p:nvCxnSpPr>
        <p:spPr>
          <a:xfrm flipH="1">
            <a:off x="0" y="3191402"/>
            <a:ext cx="121920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85380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7CD7571-736E-B4CB-34E0-C8B31B5A98C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34473"/>
            <a:ext cx="6768193" cy="1993399"/>
          </a:xfrm>
        </p:spPr>
        <p:txBody>
          <a:bodyPr anchor="b">
            <a:normAutofit/>
          </a:bodyPr>
          <a:lstStyle>
            <a:lvl1pPr>
              <a:defRPr sz="60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3528206"/>
            <a:ext cx="6768193" cy="1794899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  <a:lvl2pPr marL="228600" indent="0">
              <a:buNone/>
              <a:defRPr lang="en-US" dirty="0">
                <a:solidFill>
                  <a:schemeClr val="tx2"/>
                </a:solidFill>
              </a:defRPr>
            </a:lvl2pPr>
            <a:lvl3pPr marL="457200" indent="0">
              <a:buNone/>
              <a:defRPr lang="en-US" dirty="0">
                <a:solidFill>
                  <a:schemeClr val="tx2"/>
                </a:solidFill>
              </a:defRPr>
            </a:lvl3pPr>
            <a:lvl4pPr marL="685800" indent="0">
              <a:buNone/>
              <a:defRPr lang="en-US" dirty="0">
                <a:solidFill>
                  <a:schemeClr val="tx2"/>
                </a:solidFill>
              </a:defRPr>
            </a:lvl4pPr>
            <a:lvl5pPr marL="914400" indent="0">
              <a:buNone/>
              <a:defRPr lang="en-US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9C9B316-9C2B-4A98-8791-748A5BD0A29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FC7F41E-D11A-451A-9EF8-082D09FC1D34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2128EF9-7F8A-2F1B-41F7-2CA02A35CCA7}"/>
              </a:ext>
            </a:extLst>
          </p:cNvPr>
          <p:cNvCxnSpPr>
            <a:cxnSpLocks/>
          </p:cNvCxnSpPr>
          <p:nvPr/>
        </p:nvCxnSpPr>
        <p:spPr>
          <a:xfrm flipH="1">
            <a:off x="0" y="3191402"/>
            <a:ext cx="121920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56981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57148D-D60C-3359-4AC2-15A43E221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3401"/>
            <a:ext cx="10515600" cy="11572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A8731C-FCAE-A05A-5A11-57005B86AB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952E70-B2DF-717F-6373-70A688FAD8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445997"/>
            <a:ext cx="39493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5215E5-6146-14C5-665E-EF04630DCB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737594" y="6445997"/>
            <a:ext cx="18421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C9C9B316-9C2B-4A98-8791-748A5BD0A29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E8FA3A-8706-3F4B-41CC-B024431F62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4800" y="6445997"/>
            <a:ext cx="457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9FC7F41E-D11A-451A-9EF8-082D09FC1D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212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6" r:id="rId1"/>
    <p:sldLayoutId id="2147483937" r:id="rId2"/>
    <p:sldLayoutId id="2147483938" r:id="rId3"/>
    <p:sldLayoutId id="2147483939" r:id="rId4"/>
    <p:sldLayoutId id="2147483940" r:id="rId5"/>
    <p:sldLayoutId id="2147483941" r:id="rId6"/>
    <p:sldLayoutId id="2147483942" r:id="rId7"/>
    <p:sldLayoutId id="2147483943" r:id="rId8"/>
    <p:sldLayoutId id="2147483944" r:id="rId9"/>
    <p:sldLayoutId id="2147483945" r:id="rId10"/>
    <p:sldLayoutId id="2147483946" r:id="rId11"/>
    <p:sldLayoutId id="2147483947" r:id="rId12"/>
    <p:sldLayoutId id="2147483948" r:id="rId13"/>
    <p:sldLayoutId id="2147483949" r:id="rId14"/>
    <p:sldLayoutId id="2147483950" r:id="rId15"/>
    <p:sldLayoutId id="2147483951" r:id="rId16"/>
    <p:sldLayoutId id="2147483952" r:id="rId17"/>
    <p:sldLayoutId id="2147483953" r:id="rId18"/>
    <p:sldLayoutId id="2147483954" r:id="rId19"/>
    <p:sldLayoutId id="2147483955" r:id="rId20"/>
    <p:sldLayoutId id="2147483956" r:id="rId21"/>
    <p:sldLayoutId id="2147483957" r:id="rId22"/>
    <p:sldLayoutId id="2147483958" r:id="rId23"/>
    <p:sldLayoutId id="2147483959" r:id="rId24"/>
    <p:sldLayoutId id="2147483960" r:id="rId25"/>
    <p:sldLayoutId id="2147483961" r:id="rId26"/>
    <p:sldLayoutId id="2147483962" r:id="rId2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808">
          <p15:clr>
            <a:srgbClr val="F26B43"/>
          </p15:clr>
        </p15:guide>
        <p15:guide id="3" pos="4872">
          <p15:clr>
            <a:srgbClr val="F26B43"/>
          </p15:clr>
        </p15:guide>
        <p15:guide id="4" pos="5160">
          <p15:clr>
            <a:srgbClr val="F26B43"/>
          </p15:clr>
        </p15:guide>
        <p15:guide id="5" pos="2520">
          <p15:clr>
            <a:srgbClr val="F26B43"/>
          </p15:clr>
        </p15:guide>
        <p15:guide id="6" pos="45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ABC2227-A1BB-1CC8-C991-A0A44A1945D4}"/>
              </a:ext>
            </a:extLst>
          </p:cNvPr>
          <p:cNvGrpSpPr/>
          <p:nvPr/>
        </p:nvGrpSpPr>
        <p:grpSpPr>
          <a:xfrm>
            <a:off x="2271444" y="2223812"/>
            <a:ext cx="7649112" cy="2410376"/>
            <a:chOff x="2271444" y="2497976"/>
            <a:chExt cx="7649112" cy="2410376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8DACF6A-46EE-F040-0B54-D121698CDAED}"/>
                </a:ext>
              </a:extLst>
            </p:cNvPr>
            <p:cNvSpPr txBox="1"/>
            <p:nvPr/>
          </p:nvSpPr>
          <p:spPr>
            <a:xfrm flipH="1">
              <a:off x="3384698" y="2497976"/>
              <a:ext cx="5422604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500" b="1" dirty="0">
                  <a:solidFill>
                    <a:srgbClr val="002060"/>
                  </a:solidFill>
                  <a:latin typeface="Castellar" panose="020A0402060406010301" pitchFamily="18" charset="0"/>
                </a:rPr>
                <a:t>Muri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730BBDE-2C8C-4191-509E-2C9889B2290F}"/>
                </a:ext>
              </a:extLst>
            </p:cNvPr>
            <p:cNvSpPr txBox="1"/>
            <p:nvPr/>
          </p:nvSpPr>
          <p:spPr>
            <a:xfrm flipH="1">
              <a:off x="2271444" y="3985022"/>
              <a:ext cx="764911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u-Arab-IQ" sz="5400" b="1" dirty="0">
                  <a:solidFill>
                    <a:srgbClr val="002060"/>
                  </a:solidFill>
                  <a:latin typeface="Castellar" panose="020A0402060406010301" pitchFamily="18" charset="0"/>
                </a:rPr>
                <a:t>گەوهەرێ زانیاریان</a:t>
              </a:r>
              <a:endParaRPr lang="en-US" sz="5400" b="1" dirty="0">
                <a:solidFill>
                  <a:srgbClr val="002060"/>
                </a:solidFill>
                <a:latin typeface="Castellar" panose="020A0402060406010301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682183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reveal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hoji">
  <a:themeElements>
    <a:clrScheme name="Shoji">
      <a:dk1>
        <a:srgbClr val="131313"/>
      </a:dk1>
      <a:lt1>
        <a:sysClr val="window" lastClr="FFFFFF"/>
      </a:lt1>
      <a:dk2>
        <a:srgbClr val="1D3433"/>
      </a:dk2>
      <a:lt2>
        <a:srgbClr val="F3F2ED"/>
      </a:lt2>
      <a:accent1>
        <a:srgbClr val="7C5C3E"/>
      </a:accent1>
      <a:accent2>
        <a:srgbClr val="B8A189"/>
      </a:accent2>
      <a:accent3>
        <a:srgbClr val="A1A696"/>
      </a:accent3>
      <a:accent4>
        <a:srgbClr val="566868"/>
      </a:accent4>
      <a:accent5>
        <a:srgbClr val="786F50"/>
      </a:accent5>
      <a:accent6>
        <a:srgbClr val="A9A375"/>
      </a:accent6>
      <a:hlink>
        <a:srgbClr val="B1785F"/>
      </a:hlink>
      <a:folHlink>
        <a:srgbClr val="6C7F7F"/>
      </a:folHlink>
    </a:clrScheme>
    <a:fontScheme name="Custom 35">
      <a:majorFont>
        <a:latin typeface="Walbaum Display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hoji" id="{FC7F6458-703E-4B19-BAF9-E88A9B02521B}" vid="{6FBA4037-BA28-4926-BD89-6C54034403A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Shoji</Template>
  <TotalTime>29</TotalTime>
  <Words>3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 Light</vt:lpstr>
      <vt:lpstr>Arial</vt:lpstr>
      <vt:lpstr>Castellar</vt:lpstr>
      <vt:lpstr>Walbaum Display</vt:lpstr>
      <vt:lpstr>Shoji</vt:lpstr>
      <vt:lpstr>PowerPoint Presentation</vt:lpstr>
    </vt:vector>
  </TitlesOfParts>
  <Company>Microsoft (C)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Sipan Kurdi</dc:creator>
  <cp:lastModifiedBy>Sipan Kurdi</cp:lastModifiedBy>
  <cp:revision>1</cp:revision>
  <dcterms:created xsi:type="dcterms:W3CDTF">2026-09-09T15:46:01Z</dcterms:created>
  <dcterms:modified xsi:type="dcterms:W3CDTF">2026-09-09T16:15:52Z</dcterms:modified>
</cp:coreProperties>
</file>