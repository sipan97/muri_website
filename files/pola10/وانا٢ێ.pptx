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35" r:id="rId1"/>
  </p:sld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0A4D8"/>
    <a:srgbClr val="3F698A"/>
    <a:srgbClr val="FFC000"/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60" d="100"/>
          <a:sy n="60" d="100"/>
        </p:scale>
        <p:origin x="908" y="6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240410"/>
            <a:ext cx="10813067" cy="783835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3600" dirty="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5800" y="998185"/>
            <a:ext cx="10813067" cy="541508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2974" y="1606318"/>
            <a:ext cx="11268845" cy="479145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ABAD28B-DD56-4B56-883A-96608C765E28}" type="datetimeFigureOut">
              <a:rPr lang="en-US" smtClean="0"/>
              <a:pPr/>
              <a:t>9/19/2026</a:t>
            </a:fld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FC4771-5A22-2E68-AB04-0949D0A15B66}"/>
              </a:ext>
            </a:extLst>
          </p:cNvPr>
          <p:cNvCxnSpPr>
            <a:cxnSpLocks/>
          </p:cNvCxnSpPr>
          <p:nvPr/>
        </p:nvCxnSpPr>
        <p:spPr>
          <a:xfrm flipH="1">
            <a:off x="0" y="159971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AA95C5A-6D75-9E1D-C459-7F2022E84F55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0ED5AC1-9F96-A868-7F45-523BF1A45E7C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60E1F764-5B01-7711-9CF1-7EA13A629701}"/>
              </a:ext>
            </a:extLst>
          </p:cNvPr>
          <p:cNvCxnSpPr>
            <a:cxnSpLocks/>
          </p:cNvCxnSpPr>
          <p:nvPr/>
        </p:nvCxnSpPr>
        <p:spPr>
          <a:xfrm flipH="1">
            <a:off x="0" y="639617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743023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360221"/>
            <a:ext cx="10515600" cy="13304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800" y="2004291"/>
            <a:ext cx="10515600" cy="41726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76D044F-5574-D6D7-2A47-5069E411C22F}"/>
              </a:ext>
            </a:extLst>
          </p:cNvPr>
          <p:cNvCxnSpPr>
            <a:cxnSpLocks/>
          </p:cNvCxnSpPr>
          <p:nvPr/>
        </p:nvCxnSpPr>
        <p:spPr>
          <a:xfrm flipH="1">
            <a:off x="0" y="1825625"/>
            <a:ext cx="12210293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687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772445" y="1480212"/>
            <a:ext cx="3849131" cy="2871351"/>
          </a:xfrm>
        </p:spPr>
        <p:txBody>
          <a:bodyPr anchor="ctr">
            <a:normAutofit/>
          </a:bodyPr>
          <a:lstStyle>
            <a:lvl1pPr algn="ctr">
              <a:defRPr sz="36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72446" y="5410440"/>
            <a:ext cx="3849128" cy="1068207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569E8996-63F9-282F-EB89-823A9E405F9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04414" cy="6859634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429501" y="6445997"/>
            <a:ext cx="2955465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26650" y="6445997"/>
            <a:ext cx="1353059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8BE003B-9AA9-5AAB-16A3-CC8CD5997AAA}"/>
              </a:ext>
            </a:extLst>
          </p:cNvPr>
          <p:cNvCxnSpPr>
            <a:cxnSpLocks/>
          </p:cNvCxnSpPr>
          <p:nvPr/>
        </p:nvCxnSpPr>
        <p:spPr>
          <a:xfrm flipH="1">
            <a:off x="7206802" y="5031087"/>
            <a:ext cx="498519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0CBC2A1-BC50-27CD-C764-435FA7A59ABD}"/>
              </a:ext>
            </a:extLst>
          </p:cNvPr>
          <p:cNvCxnSpPr>
            <a:cxnSpLocks/>
          </p:cNvCxnSpPr>
          <p:nvPr/>
        </p:nvCxnSpPr>
        <p:spPr>
          <a:xfrm>
            <a:off x="720680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029924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09CE9-F18C-5020-CF43-5960AFE654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36222" y="1246912"/>
            <a:ext cx="8919556" cy="3050766"/>
          </a:xfrm>
        </p:spPr>
        <p:txBody>
          <a:bodyPr anchor="ctr">
            <a:normAutofit/>
          </a:bodyPr>
          <a:lstStyle>
            <a:lvl1pPr algn="ctr">
              <a:defRPr sz="5400">
                <a:solidFill>
                  <a:schemeClr val="tx2">
                    <a:alpha val="90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16B3AA5-F8D6-AB69-241F-6F8F1DD41E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51378" y="5345199"/>
            <a:ext cx="7289245" cy="1184035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E78127-77D8-DF99-4AE0-F322800B05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D04168-7304-004B-C2F6-42E38FDC59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7C58464-EE0F-215A-2FA8-F434687B9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7C4A186-7A3C-2849-F4A7-5B5565EB29E6}"/>
              </a:ext>
            </a:extLst>
          </p:cNvPr>
          <p:cNvCxnSpPr>
            <a:cxnSpLocks/>
          </p:cNvCxnSpPr>
          <p:nvPr/>
        </p:nvCxnSpPr>
        <p:spPr>
          <a:xfrm flipH="1">
            <a:off x="0" y="5016433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0C7E87E-EC44-47F9-6172-5EEA03DE5D87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46414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22D6AD5-6168-B411-89A9-90C82303B25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EC6DA0-2CB8-AFC5-DB06-AB9235983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838087"/>
            <a:ext cx="8932653" cy="3312544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cap="all" baseline="0">
                <a:solidFill>
                  <a:schemeClr val="tx2">
                    <a:alpha val="5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E16A9F-28B9-2207-66D3-D952EB7EC8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-789870"/>
            <a:ext cx="10515600" cy="638352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B3F77F-C41D-1011-B9F4-A5DE814F4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751081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8CD507-925C-84B3-8F49-9F3B91209D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13B4AE-32E8-CAFF-4A3C-6CBE4FFFA8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BFA0DE8-9E4B-D747-CB64-14B8DEDC02EA}"/>
              </a:ext>
            </a:extLst>
          </p:cNvPr>
          <p:cNvCxnSpPr>
            <a:cxnSpLocks/>
          </p:cNvCxnSpPr>
          <p:nvPr/>
        </p:nvCxnSpPr>
        <p:spPr>
          <a:xfrm flipH="1">
            <a:off x="0" y="1367580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11EB75EB-F27E-271A-C843-4096E1F19057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92334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Agenda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02D18C4-A1A8-6CA4-B4A2-0E9791DC7F7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22507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479085" y="2249592"/>
            <a:ext cx="6100623" cy="3787062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997825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B0D0A563-F018-FFF1-B911-D69E42CEEAA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  <a:alpha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63362"/>
            <a:ext cx="11130279" cy="1162632"/>
          </a:xfrm>
        </p:spPr>
        <p:txBody>
          <a:bodyPr anchor="ctr">
            <a:normAutofit/>
          </a:bodyPr>
          <a:lstStyle>
            <a:lvl1pPr>
              <a:defRPr sz="72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5DA2B1BE-7DDF-C8B4-6A46-21B5A0257D0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8364" y="1830708"/>
            <a:ext cx="5321063" cy="456392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6552" y="2191025"/>
            <a:ext cx="5733156" cy="3894807"/>
          </a:xfrm>
        </p:spPr>
        <p:txBody>
          <a:bodyPr vert="horz" lIns="91440" tIns="45720" rIns="91440" bIns="45720" rtlCol="0">
            <a:normAutofit/>
          </a:bodyPr>
          <a:lstStyle>
            <a:lvl1pPr marL="457200" indent="-457200">
              <a:buFont typeface="+mj-lt"/>
              <a:buAutoNum type="arabicPeriod"/>
              <a:defRPr lang="en-US" sz="2000" dirty="0">
                <a:solidFill>
                  <a:schemeClr val="tx2"/>
                </a:solidFill>
              </a:defRPr>
            </a:lvl1pPr>
            <a:lvl2pPr marL="571500" indent="-342900">
              <a:buFont typeface="+mj-lt"/>
              <a:buAutoNum type="arabicPeriod"/>
              <a:defRPr lang="en-US" sz="1800" dirty="0">
                <a:solidFill>
                  <a:schemeClr val="tx2"/>
                </a:solidFill>
              </a:defRPr>
            </a:lvl2pPr>
            <a:lvl3pPr marL="800100" indent="-342900">
              <a:buFont typeface="+mj-lt"/>
              <a:buAutoNum type="arabicPeriod"/>
              <a:defRPr lang="en-US" sz="1600" dirty="0">
                <a:solidFill>
                  <a:schemeClr val="tx2"/>
                </a:solidFill>
              </a:defRPr>
            </a:lvl3pPr>
            <a:lvl4pPr marL="10287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4pPr>
            <a:lvl5pPr marL="1257300" indent="-342900">
              <a:buFont typeface="+mj-lt"/>
              <a:buAutoNum type="arabicPeriod"/>
              <a:defRPr lang="en-US" sz="1400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F06406B2-3637-5849-867E-A0ADC9D9DDA5}"/>
              </a:ext>
            </a:extLst>
          </p:cNvPr>
          <p:cNvCxnSpPr>
            <a:cxnSpLocks/>
          </p:cNvCxnSpPr>
          <p:nvPr/>
        </p:nvCxnSpPr>
        <p:spPr>
          <a:xfrm flipH="1">
            <a:off x="0" y="1822345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40E47964-42E3-09B6-4B3F-96D1060D072B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5DD64E6-257D-65B2-D2A7-6A1002E1E580}"/>
              </a:ext>
            </a:extLst>
          </p:cNvPr>
          <p:cNvCxnSpPr>
            <a:cxnSpLocks/>
          </p:cNvCxnSpPr>
          <p:nvPr/>
        </p:nvCxnSpPr>
        <p:spPr>
          <a:xfrm>
            <a:off x="5321065" y="1822345"/>
            <a:ext cx="0" cy="5035655"/>
          </a:xfrm>
          <a:prstGeom prst="line">
            <a:avLst/>
          </a:prstGeom>
          <a:ln w="9525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09228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1299"/>
            <a:ext cx="3689927" cy="1486906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04515" y="2780147"/>
            <a:ext cx="6567049" cy="33598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BF5C1EC-3A2D-2E51-65A6-6155B3776C4A}"/>
              </a:ext>
            </a:extLst>
          </p:cNvPr>
          <p:cNvCxnSpPr>
            <a:cxnSpLocks/>
          </p:cNvCxnSpPr>
          <p:nvPr/>
        </p:nvCxnSpPr>
        <p:spPr>
          <a:xfrm flipH="1">
            <a:off x="0" y="239797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F797FEE4-9B7E-CE58-4AA3-EC6E3E1861F3}"/>
              </a:ext>
            </a:extLst>
          </p:cNvPr>
          <p:cNvCxnSpPr>
            <a:cxnSpLocks/>
          </p:cNvCxnSpPr>
          <p:nvPr/>
        </p:nvCxnSpPr>
        <p:spPr>
          <a:xfrm>
            <a:off x="4469245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1717765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3360">
          <p15:clr>
            <a:srgbClr val="FBAE40"/>
          </p15:clr>
        </p15:guide>
        <p15:guide id="4" pos="2928">
          <p15:clr>
            <a:srgbClr val="FBAE40"/>
          </p15:clr>
        </p15:guide>
        <p15:guide id="5" pos="4752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20473"/>
            <a:ext cx="3664107" cy="3864052"/>
          </a:xfrm>
        </p:spPr>
        <p:txBody>
          <a:bodyPr anchor="t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70349" y="720473"/>
            <a:ext cx="6309360" cy="5303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6AC6891-86BE-FF41-E94E-AB97BFFB2322}"/>
              </a:ext>
            </a:extLst>
          </p:cNvPr>
          <p:cNvCxnSpPr>
            <a:cxnSpLocks/>
          </p:cNvCxnSpPr>
          <p:nvPr/>
        </p:nvCxnSpPr>
        <p:spPr>
          <a:xfrm>
            <a:off x="464346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51E503-5C8D-3CDA-5CC2-A56B4F2A619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857345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1995" y="559483"/>
            <a:ext cx="6825541" cy="1009652"/>
          </a:xfrm>
        </p:spPr>
        <p:txBody>
          <a:bodyPr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4421943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11994" y="2083837"/>
            <a:ext cx="6825545" cy="4032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811448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423739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4425535" y="1810995"/>
            <a:ext cx="7750205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3302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2644" y="669386"/>
            <a:ext cx="7231413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994" y="-5468"/>
            <a:ext cx="4011836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2644" y="1812385"/>
            <a:ext cx="7231407" cy="4423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408011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009212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133706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80728"/>
            <a:ext cx="7281067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3728"/>
            <a:ext cx="7281061" cy="442385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195489" y="-6369"/>
            <a:ext cx="3996512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818828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739510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678485"/>
            <a:ext cx="6369370" cy="10058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821484"/>
            <a:ext cx="6360897" cy="429218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7277100" y="-8466"/>
            <a:ext cx="4914895" cy="6398066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727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54567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58145"/>
            <a:ext cx="4000497" cy="16797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72880"/>
            <a:ext cx="4000497" cy="37894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853323" y="0"/>
            <a:ext cx="733867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40005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254AC9C-312D-B8D1-5D04-C0CE07B464DB}"/>
              </a:ext>
            </a:extLst>
          </p:cNvPr>
          <p:cNvCxnSpPr>
            <a:cxnSpLocks/>
          </p:cNvCxnSpPr>
          <p:nvPr/>
        </p:nvCxnSpPr>
        <p:spPr>
          <a:xfrm>
            <a:off x="4849331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077880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39922" y="458144"/>
            <a:ext cx="3909536" cy="14858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7268396" cy="6396281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39922" y="2463789"/>
            <a:ext cx="3909534" cy="356109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9854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A67EAFE-BA64-2156-9780-AA400F6F3026}"/>
              </a:ext>
            </a:extLst>
          </p:cNvPr>
          <p:cNvCxnSpPr>
            <a:cxnSpLocks/>
          </p:cNvCxnSpPr>
          <p:nvPr/>
        </p:nvCxnSpPr>
        <p:spPr>
          <a:xfrm>
            <a:off x="7271347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54F2342-86AA-3EA4-EB3B-2DB8D68315E6}"/>
              </a:ext>
            </a:extLst>
          </p:cNvPr>
          <p:cNvCxnSpPr>
            <a:cxnSpLocks/>
          </p:cNvCxnSpPr>
          <p:nvPr/>
        </p:nvCxnSpPr>
        <p:spPr>
          <a:xfrm flipH="1">
            <a:off x="7227420" y="2212509"/>
            <a:ext cx="493532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306262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959530"/>
            <a:ext cx="3512409" cy="2199864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4">
            <a:extLst>
              <a:ext uri="{FF2B5EF4-FFF2-40B4-BE49-F238E27FC236}">
                <a16:creationId xmlns:a16="http://schemas.microsoft.com/office/drawing/2014/main" id="{3B441162-7125-E1E0-1B82-FCC1AB84227E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857" y="-1"/>
            <a:ext cx="12192000" cy="364897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23613" y="3959529"/>
            <a:ext cx="7011183" cy="23695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1" y="6445997"/>
            <a:ext cx="3543299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FF81FBD-8D67-B5E4-E22E-74E98EF89F80}"/>
              </a:ext>
            </a:extLst>
          </p:cNvPr>
          <p:cNvCxnSpPr>
            <a:cxnSpLocks/>
          </p:cNvCxnSpPr>
          <p:nvPr/>
        </p:nvCxnSpPr>
        <p:spPr>
          <a:xfrm>
            <a:off x="4290210" y="3648976"/>
            <a:ext cx="0" cy="3209024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892870-1B48-2935-21E8-3BC6F474C661}"/>
              </a:ext>
            </a:extLst>
          </p:cNvPr>
          <p:cNvCxnSpPr>
            <a:cxnSpLocks/>
          </p:cNvCxnSpPr>
          <p:nvPr/>
        </p:nvCxnSpPr>
        <p:spPr>
          <a:xfrm flipH="1">
            <a:off x="-857" y="3654706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82160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77072"/>
            <a:ext cx="4958078" cy="1225485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842182"/>
            <a:ext cx="5758172" cy="4546457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76142" y="377072"/>
            <a:ext cx="5558655" cy="57974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5758174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1842182"/>
            <a:ext cx="5758174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5896806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58AB8C-6B7B-EBD3-4D71-F5150448D3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1" y="4407360"/>
            <a:ext cx="3543299" cy="173282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FBB1EB8E-9C26-DC32-8498-7F599839255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466598"/>
            <a:ext cx="4460008" cy="3601433"/>
          </a:xfrm>
          <a:blipFill dpi="0" rotWithShape="1">
            <a:blip r:embed="rId2">
              <a:alphaModFix amt="8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327223-CF88-A3FD-E8DF-370D7C19B1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92635" y="788704"/>
            <a:ext cx="6730614" cy="538585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E38D70-266E-0D00-4BB2-CEF20A35B7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543300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C28223-FDFF-908F-158A-3401127BA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F0CF0-00B7-2F2A-2E49-88AB87A20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6EB92977-9D16-C370-F779-0B9C67993046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F50A3-1136-13EC-E499-F6DDCBFE375F}"/>
              </a:ext>
            </a:extLst>
          </p:cNvPr>
          <p:cNvCxnSpPr>
            <a:cxnSpLocks/>
          </p:cNvCxnSpPr>
          <p:nvPr/>
        </p:nvCxnSpPr>
        <p:spPr>
          <a:xfrm flipH="1">
            <a:off x="0" y="4068031"/>
            <a:ext cx="4460008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57362BC-3CD1-D6F5-CB9B-B2AAD7EAD176}"/>
              </a:ext>
            </a:extLst>
          </p:cNvPr>
          <p:cNvCxnSpPr>
            <a:cxnSpLocks/>
          </p:cNvCxnSpPr>
          <p:nvPr/>
        </p:nvCxnSpPr>
        <p:spPr>
          <a:xfrm>
            <a:off x="4460008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D58D1-F636-9620-582E-41FBB707092B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73968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91F6A87-CC7B-D4BD-1F6A-C3948971C39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B5B8561-D435-07DE-2456-79994CDFB8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88720" y="5264780"/>
            <a:ext cx="9811512" cy="1097280"/>
          </a:xfrm>
        </p:spPr>
        <p:txBody>
          <a:bodyPr vert="horz" lIns="91440" tIns="45720" rIns="91440" bIns="45720" rtlCol="0" anchor="ctr">
            <a:normAutofit/>
          </a:bodyPr>
          <a:lstStyle>
            <a:lvl1pPr algn="ctr">
              <a:lnSpc>
                <a:spcPct val="110000"/>
              </a:lnSpc>
              <a:defRPr lang="en-US" sz="2800" cap="all" spc="100" baseline="0" dirty="0">
                <a:solidFill>
                  <a:schemeClr val="tx2">
                    <a:lumMod val="9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Click to edit Master title styles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A42AC33E-6837-F850-DF64-4475DAA059EE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493776" y="676656"/>
            <a:ext cx="11201400" cy="4206240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 algn="ctr">
              <a:lnSpc>
                <a:spcPct val="90000"/>
              </a:lnSpc>
              <a:spcBef>
                <a:spcPts val="0"/>
              </a:spcBef>
              <a:buNone/>
              <a:defRPr lang="en-US" sz="27800" dirty="0">
                <a:solidFill>
                  <a:schemeClr val="tx2">
                    <a:lumMod val="90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3AE6E7-0083-439C-3FBC-ADE4BE86C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DF3EE-4BB8-4215-E053-BF3ED1BB9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F27A3B-009A-1790-7D93-9A1F6351D8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5ADE133-B5D6-A1C0-6BC9-C723D008EC0E}"/>
              </a:ext>
            </a:extLst>
          </p:cNvPr>
          <p:cNvCxnSpPr>
            <a:cxnSpLocks/>
          </p:cNvCxnSpPr>
          <p:nvPr/>
        </p:nvCxnSpPr>
        <p:spPr>
          <a:xfrm flipH="1">
            <a:off x="0" y="501866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8333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5FB4D75-C478-D736-9A5A-B64DEA241030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693103" y="1493520"/>
            <a:ext cx="8805794" cy="3911600"/>
          </a:xfrm>
        </p:spPr>
        <p:txBody>
          <a:bodyPr anchor="ctr">
            <a:normAutofit/>
          </a:bodyPr>
          <a:lstStyle>
            <a:lvl1pPr marL="0" indent="0" algn="ctr">
              <a:lnSpc>
                <a:spcPct val="110000"/>
              </a:lnSpc>
              <a:buNone/>
              <a:defRPr sz="5400" b="0">
                <a:solidFill>
                  <a:schemeClr val="tx2"/>
                </a:solidFill>
                <a:latin typeface="+mj-lt"/>
              </a:defRPr>
            </a:lvl1pPr>
            <a:lvl2pPr marL="228600" indent="0" algn="ctr">
              <a:lnSpc>
                <a:spcPct val="110000"/>
              </a:lnSpc>
              <a:buNone/>
              <a:defRPr sz="4800" b="0">
                <a:solidFill>
                  <a:schemeClr val="tx2"/>
                </a:solidFill>
                <a:latin typeface="+mj-lt"/>
              </a:defRPr>
            </a:lvl2pPr>
            <a:lvl3pPr marL="457200" indent="0" algn="ctr">
              <a:lnSpc>
                <a:spcPct val="110000"/>
              </a:lnSpc>
              <a:buNone/>
              <a:defRPr sz="4400" b="0">
                <a:solidFill>
                  <a:schemeClr val="tx2"/>
                </a:solidFill>
                <a:latin typeface="+mj-lt"/>
              </a:defRPr>
            </a:lvl3pPr>
            <a:lvl4pPr marL="685800" indent="0" algn="ctr">
              <a:lnSpc>
                <a:spcPct val="110000"/>
              </a:lnSpc>
              <a:buNone/>
              <a:defRPr sz="4000" b="0">
                <a:solidFill>
                  <a:schemeClr val="tx2"/>
                </a:solidFill>
                <a:latin typeface="+mj-lt"/>
              </a:defRPr>
            </a:lvl4pPr>
            <a:lvl5pPr marL="914400" indent="0" algn="ctr">
              <a:lnSpc>
                <a:spcPct val="110000"/>
              </a:lnSpc>
              <a:buNone/>
              <a:defRPr sz="3600" b="0">
                <a:solidFill>
                  <a:schemeClr val="tx2"/>
                </a:solidFill>
                <a:latin typeface="+mj-lt"/>
              </a:defRPr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008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6C547212-589F-3A5C-2FF7-4E576B86E3A3}"/>
              </a:ext>
            </a:extLst>
          </p:cNvPr>
          <p:cNvCxnSpPr>
            <a:cxnSpLocks/>
          </p:cNvCxnSpPr>
          <p:nvPr/>
        </p:nvCxnSpPr>
        <p:spPr>
          <a:xfrm flipH="1">
            <a:off x="0" y="6398068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0E2472-A2D0-B3C4-1592-E709B2EC9AD6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F95E0B8-C6C3-8095-D53F-FB618E39D7CE}"/>
              </a:ext>
            </a:extLst>
          </p:cNvPr>
          <p:cNvCxnSpPr>
            <a:cxnSpLocks/>
          </p:cNvCxnSpPr>
          <p:nvPr/>
        </p:nvCxnSpPr>
        <p:spPr>
          <a:xfrm flipH="1">
            <a:off x="0" y="459932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AD2DF78-237E-1E21-906C-273460F55F55}"/>
              </a:ext>
            </a:extLst>
          </p:cNvPr>
          <p:cNvCxnSpPr>
            <a:cxnSpLocks/>
          </p:cNvCxnSpPr>
          <p:nvPr/>
        </p:nvCxnSpPr>
        <p:spPr>
          <a:xfrm>
            <a:off x="11734800" y="0"/>
            <a:ext cx="0" cy="685800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0292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47DCC75-46A1-9953-9459-89672E9805A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lumMod val="40000"/>
              <a:lumOff val="60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3F0761-EA67-F7D1-62E4-095EADA262F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62100" y="5549186"/>
            <a:ext cx="9199563" cy="653184"/>
          </a:xfrm>
        </p:spPr>
        <p:txBody>
          <a:bodyPr anchor="ctr">
            <a:normAutofit/>
          </a:bodyPr>
          <a:lstStyle>
            <a:lvl1pPr>
              <a:lnSpc>
                <a:spcPct val="120000"/>
              </a:lnSpc>
              <a:defRPr sz="1800" b="1" cap="all" spc="100" baseline="0">
                <a:solidFill>
                  <a:schemeClr val="accent4">
                    <a:lumMod val="75000"/>
                  </a:schemeClr>
                </a:solidFill>
                <a:latin typeface="+mn-lt"/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636EB602-83B2-B4EE-7805-FB94B7747666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1562100" y="823913"/>
            <a:ext cx="9199563" cy="3614737"/>
          </a:xfrm>
        </p:spPr>
        <p:txBody>
          <a:bodyPr anchor="ctr">
            <a:normAutofit/>
          </a:bodyPr>
          <a:lstStyle>
            <a:lvl1pPr marL="182880" indent="-182880">
              <a:buNone/>
              <a:defRPr sz="4000">
                <a:solidFill>
                  <a:schemeClr val="accent4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54C2DF4-76B6-1299-74E1-66F403C01A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58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A78CD0-57A9-DB86-E3A3-40628E6D68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35CA15-3DFE-125B-C658-77179EDEA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1338F2-C5CE-45A7-7748-138B348BA1E7}"/>
              </a:ext>
            </a:extLst>
          </p:cNvPr>
          <p:cNvCxnSpPr>
            <a:cxnSpLocks/>
          </p:cNvCxnSpPr>
          <p:nvPr/>
        </p:nvCxnSpPr>
        <p:spPr>
          <a:xfrm>
            <a:off x="457200" y="0"/>
            <a:ext cx="0" cy="685800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14CFB94-8AB3-65DB-0B12-EC4F7DAAEBF7}"/>
              </a:ext>
            </a:extLst>
          </p:cNvPr>
          <p:cNvCxnSpPr>
            <a:cxnSpLocks/>
          </p:cNvCxnSpPr>
          <p:nvPr/>
        </p:nvCxnSpPr>
        <p:spPr>
          <a:xfrm flipH="1">
            <a:off x="0" y="5043721"/>
            <a:ext cx="12192000" cy="0"/>
          </a:xfrm>
          <a:prstGeom prst="line">
            <a:avLst/>
          </a:prstGeom>
          <a:ln w="9525">
            <a:solidFill>
              <a:schemeClr val="tx2"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268077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27BF6-CDFA-AAF4-F7FD-F4F8D06FF2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5309"/>
            <a:ext cx="11277600" cy="914400"/>
          </a:xfrm>
        </p:spPr>
        <p:txBody>
          <a:bodyPr anchor="ctr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AB1904-05A3-AF54-90B7-8B4E5E9BFC62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5613" y="1677988"/>
            <a:ext cx="5181600" cy="44989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D15555F-2C1E-04D7-CE37-D06ABFB5685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3200" y="1677988"/>
            <a:ext cx="5180013" cy="44989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108197-F703-726D-4372-C7520052D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5FAA39-5E1E-3A94-5A04-C36BA19E34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CE80595-19B6-01B9-FCF5-F94B0C1BB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2C5098A-8A29-951C-ABCF-B4C329C3A94F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54A1D01-2B46-73F0-8DC7-926AA95F7DFC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187241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F27A1-B3E2-4312-9475-76586DB13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6838"/>
            <a:ext cx="11274552" cy="9144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FD6984-5D8F-6F35-3DC2-352D46E758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199" y="1475623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CD5136-48A0-D788-8CE2-627309A00EC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57200" y="2522538"/>
            <a:ext cx="5178425" cy="380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07CEA6-7FDB-2A72-485B-D38A79C182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556248" y="1475622"/>
            <a:ext cx="5184648" cy="676690"/>
          </a:xfrm>
        </p:spPr>
        <p:txBody>
          <a:bodyPr anchor="ctr">
            <a:normAutofit/>
          </a:bodyPr>
          <a:lstStyle>
            <a:lvl1pPr marL="0" indent="0">
              <a:buNone/>
              <a:defRPr sz="1800" b="0" cap="all" spc="16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FC4D723F-4492-3B3B-CE74-0959714EEB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556375" y="2522538"/>
            <a:ext cx="5175249" cy="38068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3FA108E0-63AE-4B5C-404F-AD0FEC4AB8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42E2EB77-3CF8-CDC9-D0D4-1AC07FC53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6918C09E-FCA3-F1F6-7408-40D98FCEA9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4F547E-1AC1-2FFD-3E17-DC3F25B07823}"/>
              </a:ext>
            </a:extLst>
          </p:cNvPr>
          <p:cNvCxnSpPr>
            <a:cxnSpLocks/>
          </p:cNvCxnSpPr>
          <p:nvPr/>
        </p:nvCxnSpPr>
        <p:spPr>
          <a:xfrm>
            <a:off x="6096000" y="1362719"/>
            <a:ext cx="0" cy="5490348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8695E25D-D4B1-2002-F8AB-8B987C1683D9}"/>
              </a:ext>
            </a:extLst>
          </p:cNvPr>
          <p:cNvCxnSpPr>
            <a:cxnSpLocks/>
          </p:cNvCxnSpPr>
          <p:nvPr/>
        </p:nvCxnSpPr>
        <p:spPr>
          <a:xfrm flipH="1">
            <a:off x="0" y="2268129"/>
            <a:ext cx="12192000" cy="0"/>
          </a:xfrm>
          <a:prstGeom prst="line">
            <a:avLst/>
          </a:prstGeom>
          <a:ln w="9525">
            <a:solidFill>
              <a:schemeClr val="tx2">
                <a:alpha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335EA16-C700-BA75-F075-2E4BC3EAFBE2}"/>
              </a:ext>
            </a:extLst>
          </p:cNvPr>
          <p:cNvCxnSpPr>
            <a:cxnSpLocks/>
          </p:cNvCxnSpPr>
          <p:nvPr/>
        </p:nvCxnSpPr>
        <p:spPr>
          <a:xfrm flipH="1">
            <a:off x="0" y="1362719"/>
            <a:ext cx="12200040" cy="0"/>
          </a:xfrm>
          <a:prstGeom prst="line">
            <a:avLst/>
          </a:prstGeom>
          <a:ln w="9525">
            <a:solidFill>
              <a:srgbClr val="616867">
                <a:alpha val="45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00717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552C1-DD73-A90F-46E0-33A4D5580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38F8C10-87B8-01D2-2FEE-DAC41B9CF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25E57E-7F73-3825-2158-80859BAD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7A634BF-792D-AC8C-B0E0-492263401E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6977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151370D-0A93-44DD-E049-EF3265B73F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FF00A2-5853-30A7-62F5-7C7CB5A22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3E97DA-A7DF-E3FF-8937-F6A36D17F5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117954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319627-2791-E32D-91B0-857B27F822F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11122508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199" y="3528206"/>
            <a:ext cx="11122509" cy="2754253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4853800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07CD7571-736E-B4CB-34E0-C8B31B5A98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034473"/>
            <a:ext cx="6768193" cy="1993399"/>
          </a:xfrm>
        </p:spPr>
        <p:txBody>
          <a:bodyPr anchor="b">
            <a:normAutofit/>
          </a:bodyPr>
          <a:lstStyle>
            <a:lvl1pPr>
              <a:defRPr sz="6000" cap="all" baseline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57200" y="3528206"/>
            <a:ext cx="6768193" cy="1794899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dirty="0">
                <a:solidFill>
                  <a:schemeClr val="tx2"/>
                </a:solidFill>
              </a:defRPr>
            </a:lvl1pPr>
            <a:lvl2pPr marL="228600" indent="0">
              <a:buNone/>
              <a:defRPr lang="en-US" dirty="0">
                <a:solidFill>
                  <a:schemeClr val="tx2"/>
                </a:solidFill>
              </a:defRPr>
            </a:lvl2pPr>
            <a:lvl3pPr marL="457200" indent="0">
              <a:buNone/>
              <a:defRPr lang="en-US" dirty="0">
                <a:solidFill>
                  <a:schemeClr val="tx2"/>
                </a:solidFill>
              </a:defRPr>
            </a:lvl3pPr>
            <a:lvl4pPr marL="685800" indent="0">
              <a:buNone/>
              <a:defRPr lang="en-US" dirty="0">
                <a:solidFill>
                  <a:schemeClr val="tx2"/>
                </a:solidFill>
              </a:defRPr>
            </a:lvl4pPr>
            <a:lvl5pPr marL="914400" indent="0">
              <a:buNone/>
              <a:defRPr lang="en-US" dirty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7200" y="6445997"/>
            <a:ext cx="3949302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2128EF9-7F8A-2F1B-41F7-2CA02A35CCA7}"/>
              </a:ext>
            </a:extLst>
          </p:cNvPr>
          <p:cNvCxnSpPr>
            <a:cxnSpLocks/>
          </p:cNvCxnSpPr>
          <p:nvPr/>
        </p:nvCxnSpPr>
        <p:spPr>
          <a:xfrm flipH="1">
            <a:off x="0" y="3191402"/>
            <a:ext cx="1219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  <a:alpha val="3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56981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C57148D-D60C-3359-4AC2-15A43E221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533401"/>
            <a:ext cx="10515600" cy="1157288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A8731C-FCAE-A05A-5A11-57005B86AB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952E70-B2DF-717F-6373-70A688FAD8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445997"/>
            <a:ext cx="394930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215E5-6146-14C5-665E-EF04630DCB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737594" y="6445997"/>
            <a:ext cx="18421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C9C9B316-9C2B-4A98-8791-748A5BD0A294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E8FA3A-8706-3F4B-41CC-B024431F62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34800" y="6445997"/>
            <a:ext cx="457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fld id="{9FC7F41E-D11A-451A-9EF8-082D09FC1D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4212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6" r:id="rId1"/>
    <p:sldLayoutId id="2147483937" r:id="rId2"/>
    <p:sldLayoutId id="2147483938" r:id="rId3"/>
    <p:sldLayoutId id="2147483939" r:id="rId4"/>
    <p:sldLayoutId id="2147483940" r:id="rId5"/>
    <p:sldLayoutId id="2147483941" r:id="rId6"/>
    <p:sldLayoutId id="2147483942" r:id="rId7"/>
    <p:sldLayoutId id="2147483943" r:id="rId8"/>
    <p:sldLayoutId id="2147483944" r:id="rId9"/>
    <p:sldLayoutId id="2147483945" r:id="rId10"/>
    <p:sldLayoutId id="2147483946" r:id="rId11"/>
    <p:sldLayoutId id="2147483947" r:id="rId12"/>
    <p:sldLayoutId id="2147483948" r:id="rId13"/>
    <p:sldLayoutId id="2147483949" r:id="rId14"/>
    <p:sldLayoutId id="2147483950" r:id="rId15"/>
    <p:sldLayoutId id="2147483951" r:id="rId16"/>
    <p:sldLayoutId id="2147483952" r:id="rId17"/>
    <p:sldLayoutId id="2147483953" r:id="rId18"/>
    <p:sldLayoutId id="2147483954" r:id="rId19"/>
    <p:sldLayoutId id="2147483955" r:id="rId20"/>
    <p:sldLayoutId id="2147483956" r:id="rId21"/>
    <p:sldLayoutId id="2147483957" r:id="rId22"/>
    <p:sldLayoutId id="2147483958" r:id="rId23"/>
    <p:sldLayoutId id="2147483959" r:id="rId24"/>
    <p:sldLayoutId id="2147483960" r:id="rId25"/>
    <p:sldLayoutId id="2147483961" r:id="rId26"/>
    <p:sldLayoutId id="2147483962" r:id="rId2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2808">
          <p15:clr>
            <a:srgbClr val="F26B43"/>
          </p15:clr>
        </p15:guide>
        <p15:guide id="3" pos="4872">
          <p15:clr>
            <a:srgbClr val="F26B43"/>
          </p15:clr>
        </p15:guide>
        <p15:guide id="4" pos="5160">
          <p15:clr>
            <a:srgbClr val="F26B43"/>
          </p15:clr>
        </p15:guide>
        <p15:guide id="5" pos="2520">
          <p15:clr>
            <a:srgbClr val="F26B43"/>
          </p15:clr>
        </p15:guide>
        <p15:guide id="6" pos="458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microsoft.com/office/2007/relationships/hdphoto" Target="../media/hdphoto2.wdp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0ABC2227-A1BB-1CC8-C991-A0A44A1945D4}"/>
              </a:ext>
            </a:extLst>
          </p:cNvPr>
          <p:cNvGrpSpPr/>
          <p:nvPr/>
        </p:nvGrpSpPr>
        <p:grpSpPr>
          <a:xfrm>
            <a:off x="2271444" y="2223812"/>
            <a:ext cx="7649112" cy="2410376"/>
            <a:chOff x="2271444" y="2497976"/>
            <a:chExt cx="7649112" cy="2410376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78DACF6A-46EE-F040-0B54-D121698CDAED}"/>
                </a:ext>
              </a:extLst>
            </p:cNvPr>
            <p:cNvSpPr txBox="1"/>
            <p:nvPr/>
          </p:nvSpPr>
          <p:spPr>
            <a:xfrm flipH="1">
              <a:off x="3384698" y="2497976"/>
              <a:ext cx="5422604" cy="18620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1500" b="1" dirty="0">
                  <a:solidFill>
                    <a:srgbClr val="002060"/>
                  </a:solidFill>
                  <a:latin typeface="Castellar" panose="020A0402060406010301" pitchFamily="18" charset="0"/>
                </a:rPr>
                <a:t>Muri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0730BBDE-2C8C-4191-509E-2C9889B2290F}"/>
                </a:ext>
              </a:extLst>
            </p:cNvPr>
            <p:cNvSpPr txBox="1"/>
            <p:nvPr/>
          </p:nvSpPr>
          <p:spPr>
            <a:xfrm flipH="1">
              <a:off x="2271444" y="3985022"/>
              <a:ext cx="7649112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u-Arab-IQ" sz="5400" b="1" dirty="0">
                  <a:solidFill>
                    <a:srgbClr val="002060"/>
                  </a:solidFill>
                  <a:latin typeface="Castellar" panose="020A0402060406010301" pitchFamily="18" charset="0"/>
                </a:rPr>
                <a:t>گەوهەرێ زانیاریان</a:t>
              </a:r>
              <a:endParaRPr lang="en-US" sz="5400" b="1" dirty="0">
                <a:solidFill>
                  <a:srgbClr val="002060"/>
                </a:solidFill>
                <a:latin typeface="Castellar" panose="020A0402060406010301" pitchFamily="18" charset="0"/>
              </a:endParaRPr>
            </a:p>
          </p:txBody>
        </p:sp>
      </p:grp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37E0DF1-81EC-99A0-5F48-E6A7F67872D5}"/>
              </a:ext>
            </a:extLst>
          </p:cNvPr>
          <p:cNvCxnSpPr/>
          <p:nvPr/>
        </p:nvCxnSpPr>
        <p:spPr>
          <a:xfrm>
            <a:off x="0" y="1594884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36A3C63-81C7-CA9D-0648-AF246E8D0E50}"/>
              </a:ext>
            </a:extLst>
          </p:cNvPr>
          <p:cNvCxnSpPr/>
          <p:nvPr/>
        </p:nvCxnSpPr>
        <p:spPr>
          <a:xfrm>
            <a:off x="0" y="6404345"/>
            <a:ext cx="12192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5F1C0E4-BEAD-FB2F-97F2-40D980CD3F7D}"/>
              </a:ext>
            </a:extLst>
          </p:cNvPr>
          <p:cNvCxnSpPr/>
          <p:nvPr/>
        </p:nvCxnSpPr>
        <p:spPr>
          <a:xfrm>
            <a:off x="457200" y="0"/>
            <a:ext cx="0" cy="685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A172104-3599-47E9-0494-2BE0FFAF48F1}"/>
              </a:ext>
            </a:extLst>
          </p:cNvPr>
          <p:cNvCxnSpPr/>
          <p:nvPr/>
        </p:nvCxnSpPr>
        <p:spPr>
          <a:xfrm>
            <a:off x="11727712" y="0"/>
            <a:ext cx="0" cy="685800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68218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750">
        <p14:reveal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85427E2-3741-790C-DF3C-05276A6D3127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u-Arab-IQ" sz="2800" b="1" dirty="0"/>
              <a:t>پێکاتیە ژ سەرجەمێ وان پاداشتێن </a:t>
            </a:r>
            <a:r>
              <a:rPr lang="ku-Arab-IQ" sz="2800" b="1" i="1" dirty="0">
                <a:solidFill>
                  <a:srgbClr val="FF0000"/>
                </a:solidFill>
                <a:highlight>
                  <a:srgbClr val="008080"/>
                </a:highlight>
              </a:rPr>
              <a:t> نەختینەیی یان زیندە مالی </a:t>
            </a:r>
            <a:r>
              <a:rPr lang="ku-Arab-IQ" sz="2800" b="1" i="1" dirty="0">
                <a:solidFill>
                  <a:schemeClr val="bg1"/>
                </a:solidFill>
              </a:rPr>
              <a:t>یان هەردوو پێکڤەکو خودان بنەمایێن بەرهەمئینانێ بەرانبەر پشکداریا وان دچآلاکیا بەرهەمئینانێدا د دەمەکێ دیارکریدا دەست وان دکەڤیت</a:t>
            </a:r>
          </a:p>
          <a:p>
            <a:pPr algn="r"/>
            <a:endParaRPr lang="ku-Arab-IQ" sz="2800" b="1" i="1" dirty="0">
              <a:solidFill>
                <a:schemeClr val="bg1"/>
              </a:solidFill>
            </a:endParaRPr>
          </a:p>
          <a:p>
            <a:pPr algn="r"/>
            <a:endParaRPr lang="ku-Arab-IQ" sz="2800" b="1" i="1" dirty="0">
              <a:solidFill>
                <a:schemeClr val="bg1"/>
              </a:solidFill>
            </a:endParaRPr>
          </a:p>
          <a:p>
            <a:pPr algn="r"/>
            <a:endParaRPr lang="ku-Arab-IQ" sz="2800" b="1" i="1" dirty="0">
              <a:solidFill>
                <a:schemeClr val="bg1"/>
              </a:solidFill>
            </a:endParaRPr>
          </a:p>
          <a:p>
            <a:pPr algn="r"/>
            <a:endParaRPr lang="ku-Arab-IQ" sz="2800" b="1" i="1" dirty="0">
              <a:solidFill>
                <a:schemeClr val="bg1"/>
              </a:solidFill>
            </a:endParaRPr>
          </a:p>
          <a:p>
            <a:pPr algn="r"/>
            <a:endParaRPr lang="ku-Arab-IQ" sz="2800" b="1" i="1" dirty="0">
              <a:solidFill>
                <a:schemeClr val="bg1"/>
              </a:solidFill>
            </a:endParaRPr>
          </a:p>
          <a:p>
            <a:pPr algn="r"/>
            <a:endParaRPr lang="ku-Arab-IQ" sz="2800" b="1" i="1" dirty="0">
              <a:solidFill>
                <a:srgbClr val="FF0000"/>
              </a:solidFill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90D63E6-DDF5-DD3C-E06E-9A5986B8729E}"/>
              </a:ext>
            </a:extLst>
          </p:cNvPr>
          <p:cNvSpPr/>
          <p:nvPr/>
        </p:nvSpPr>
        <p:spPr>
          <a:xfrm>
            <a:off x="9941441" y="882614"/>
            <a:ext cx="2250558" cy="744391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u-Arab-IQ" sz="3600" b="1" dirty="0">
                <a:solidFill>
                  <a:sysClr val="windowText" lastClr="000000"/>
                </a:solidFill>
              </a:rPr>
              <a:t>داهاتێ بناڤ</a:t>
            </a:r>
            <a:endParaRPr lang="en-US" sz="3600" b="1" dirty="0">
              <a:solidFill>
                <a:sysClr val="windowText" lastClr="000000"/>
              </a:solidFill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5A5149B-3395-FAD7-D426-8A3581B468D6}"/>
              </a:ext>
            </a:extLst>
          </p:cNvPr>
          <p:cNvGrpSpPr/>
          <p:nvPr/>
        </p:nvGrpSpPr>
        <p:grpSpPr>
          <a:xfrm>
            <a:off x="203791" y="2659121"/>
            <a:ext cx="11784418" cy="4060655"/>
            <a:chOff x="203791" y="2701652"/>
            <a:chExt cx="11784418" cy="3738664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A21984-C619-8798-C68F-4A6685529D47}"/>
                </a:ext>
              </a:extLst>
            </p:cNvPr>
            <p:cNvGrpSpPr/>
            <p:nvPr/>
          </p:nvGrpSpPr>
          <p:grpSpPr>
            <a:xfrm>
              <a:off x="9854609" y="2701652"/>
              <a:ext cx="2133600" cy="3733800"/>
              <a:chOff x="6629400" y="1154959"/>
              <a:chExt cx="2133600" cy="3733800"/>
            </a:xfrm>
            <a:solidFill>
              <a:srgbClr val="FFC000"/>
            </a:solidFill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DF6E2153-47F3-B218-569E-B391D086C92E}"/>
                  </a:ext>
                </a:extLst>
              </p:cNvPr>
              <p:cNvSpPr/>
              <p:nvPr/>
            </p:nvSpPr>
            <p:spPr>
              <a:xfrm>
                <a:off x="6629400" y="1154959"/>
                <a:ext cx="2133600" cy="37338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t"/>
              <a:lstStyle/>
              <a:p>
                <a:pPr algn="ctr"/>
                <a:endParaRPr lang="ku-Arab-IQ" sz="4000" b="1" dirty="0">
                  <a:cs typeface="+mj-cs"/>
                </a:endParaRPr>
              </a:p>
              <a:p>
                <a:pPr algn="ctr"/>
                <a:r>
                  <a:rPr lang="ku-Arab-IQ" sz="4000" b="1" dirty="0">
                    <a:solidFill>
                      <a:sysClr val="windowText" lastClr="000000"/>
                    </a:solidFill>
                    <a:cs typeface="+mj-cs"/>
                  </a:rPr>
                  <a:t>زانیاری</a:t>
                </a:r>
                <a:endParaRPr lang="en-US" sz="4000" b="1" dirty="0">
                  <a:solidFill>
                    <a:sysClr val="windowText" lastClr="000000"/>
                  </a:solidFill>
                  <a:cs typeface="+mj-cs"/>
                </a:endParaRPr>
              </a:p>
            </p:txBody>
          </p:sp>
          <p:grpSp>
            <p:nvGrpSpPr>
              <p:cNvPr id="14" name="Group 13">
                <a:extLst>
                  <a:ext uri="{FF2B5EF4-FFF2-40B4-BE49-F238E27FC236}">
                    <a16:creationId xmlns:a16="http://schemas.microsoft.com/office/drawing/2014/main" id="{4400CD53-3668-7532-5B10-BA2D1F3B4DC5}"/>
                  </a:ext>
                </a:extLst>
              </p:cNvPr>
              <p:cNvGrpSpPr/>
              <p:nvPr/>
            </p:nvGrpSpPr>
            <p:grpSpPr>
              <a:xfrm>
                <a:off x="7010400" y="2514600"/>
                <a:ext cx="1371600" cy="1219200"/>
                <a:chOff x="2438400" y="3224212"/>
                <a:chExt cx="2209800" cy="1957388"/>
              </a:xfrm>
              <a:grpFill/>
            </p:grpSpPr>
            <p:pic>
              <p:nvPicPr>
                <p:cNvPr id="15" name="Picture 14">
                  <a:extLst>
                    <a:ext uri="{FF2B5EF4-FFF2-40B4-BE49-F238E27FC236}">
                      <a16:creationId xmlns:a16="http://schemas.microsoft.com/office/drawing/2014/main" id="{8EFB19E0-E8D9-A52B-DA26-2D02D953F55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38400" y="3224212"/>
                  <a:ext cx="2209800" cy="1957388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6" name="Picture 15">
                  <a:extLst>
                    <a:ext uri="{FF2B5EF4-FFF2-40B4-BE49-F238E27FC236}">
                      <a16:creationId xmlns:a16="http://schemas.microsoft.com/office/drawing/2014/main" id="{9EDE1DDE-14D5-071A-689D-70C8690131A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71800" y="3581400"/>
                  <a:ext cx="457200" cy="457200"/>
                </a:xfrm>
                <a:prstGeom prst="rect">
                  <a:avLst/>
                </a:prstGeom>
                <a:grpFill/>
              </p:spPr>
            </p:pic>
          </p:grpSp>
        </p:grp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5D405ACD-DCE7-D5DD-2B39-AD7FD81CC91F}"/>
                </a:ext>
              </a:extLst>
            </p:cNvPr>
            <p:cNvSpPr/>
            <p:nvPr/>
          </p:nvSpPr>
          <p:spPr>
            <a:xfrm>
              <a:off x="203791" y="2706516"/>
              <a:ext cx="9574618" cy="3733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 rtl="1">
                <a:lnSpc>
                  <a:spcPct val="200000"/>
                </a:lnSpc>
              </a:pPr>
              <a:r>
                <a:rPr lang="ku-Arab-IQ" sz="2800" b="1" dirty="0">
                  <a:solidFill>
                    <a:schemeClr val="tx1"/>
                  </a:solidFill>
                  <a:cs typeface="+mj-cs"/>
                </a:rPr>
                <a:t>پاداشتێن زیندەمالی:</a:t>
              </a:r>
            </a:p>
            <a:p>
              <a:pPr algn="r" rtl="1"/>
              <a:r>
                <a:rPr lang="ku-Arab-IQ" sz="2800" dirty="0">
                  <a:solidFill>
                    <a:schemeClr val="tx1"/>
                  </a:solidFill>
                  <a:cs typeface="+mj-cs"/>
                </a:rPr>
                <a:t>ئەو پاداشتێن نە نەختینەیی نە یێن کو خودان بنەمایێن بەرهەمئینانێ بەرانبەر پشکداریا وان د چالاکیێن بەرهەمئینانێدا وەردگرن وەك  کرێکارەك ل کارگەهەکا جل و بەرگا هەیڤانە ژبلی پاداشتێن خو قەمیسەکێ یان پەنتەلونەکی وەر بگریت یان جوتیارەك دوو تەنێن گەنمی وەربگریت .</a:t>
              </a:r>
              <a:endParaRPr lang="en-US" sz="2800" dirty="0">
                <a:solidFill>
                  <a:schemeClr val="tx1"/>
                </a:solidFill>
                <a:cs typeface="+mj-cs"/>
              </a:endParaRPr>
            </a:p>
          </p:txBody>
        </p:sp>
      </p:grpSp>
      <p:sp>
        <p:nvSpPr>
          <p:cNvPr id="21" name="Title 1">
            <a:extLst>
              <a:ext uri="{FF2B5EF4-FFF2-40B4-BE49-F238E27FC236}">
                <a16:creationId xmlns:a16="http://schemas.microsoft.com/office/drawing/2014/main" id="{C3DB65CB-C934-F144-74D0-982E0C46B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4446" y="0"/>
            <a:ext cx="5057553" cy="744391"/>
          </a:xfrm>
          <a:prstGeom prst="round2DiagRect">
            <a:avLst>
              <a:gd name="adj1" fmla="val 10954"/>
              <a:gd name="adj2" fmla="val 0"/>
            </a:avLst>
          </a:prstGeom>
          <a:solidFill>
            <a:srgbClr val="FFC000"/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ku-Arab-IQ" sz="4000" b="1" dirty="0">
                <a:solidFill>
                  <a:sysClr val="windowText" lastClr="000000"/>
                </a:solidFill>
              </a:rPr>
              <a:t>چەند پێناسەیەکێن گرنگ</a:t>
            </a:r>
            <a:endParaRPr lang="en-US" sz="4000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7656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</p:transition>
    </mc:Choice>
    <mc:Fallback xmlns="">
      <p:transition spd="slow">
        <p:wip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EC0341C-BF83-23FD-B6D4-8AFC9DDDB946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u-Arab-IQ" sz="2800" b="1" dirty="0">
              <a:solidFill>
                <a:schemeClr val="bg1"/>
              </a:solidFill>
            </a:endParaRPr>
          </a:p>
          <a:p>
            <a:pPr algn="r"/>
            <a:endParaRPr lang="ku-Arab-IQ" sz="2800" b="1" dirty="0">
              <a:solidFill>
                <a:schemeClr val="bg1"/>
              </a:solidFill>
            </a:endParaRPr>
          </a:p>
          <a:p>
            <a:pPr algn="r"/>
            <a:endParaRPr lang="ku-Arab-IQ" sz="2800" b="1" dirty="0">
              <a:solidFill>
                <a:schemeClr val="bg1"/>
              </a:solidFill>
            </a:endParaRPr>
          </a:p>
          <a:p>
            <a:pPr algn="r"/>
            <a:endParaRPr lang="ku-Arab-IQ" sz="2800" b="1" dirty="0">
              <a:solidFill>
                <a:schemeClr val="bg1"/>
              </a:solidFill>
            </a:endParaRPr>
          </a:p>
          <a:p>
            <a:pPr algn="r"/>
            <a:endParaRPr lang="ku-Arab-IQ" sz="2800" b="1" dirty="0">
              <a:solidFill>
                <a:schemeClr val="bg1"/>
              </a:solidFill>
            </a:endParaRPr>
          </a:p>
          <a:p>
            <a:pPr algn="r"/>
            <a:r>
              <a:rPr lang="ku-Arab-IQ" sz="2800" b="1" dirty="0">
                <a:solidFill>
                  <a:schemeClr val="bg1"/>
                </a:solidFill>
              </a:rPr>
              <a:t>پێکهاتیە ژ سەرجەمێ وان پاداشتێن نەختینەی یێن کو خودان بنەمایێن بەرهەمئینانێ بەرانبەر پشکداریا وان د بەرهەمئینانا شمەك و خزمەتگوزاریاندا بدەست دکەڤن.</a:t>
            </a:r>
          </a:p>
          <a:p>
            <a:pPr algn="r"/>
            <a:endParaRPr lang="ku-Arab-IQ" sz="2800" b="1" dirty="0">
              <a:solidFill>
                <a:schemeClr val="bg1"/>
              </a:solidFill>
            </a:endParaRPr>
          </a:p>
          <a:p>
            <a:pPr algn="r"/>
            <a:endParaRPr lang="ku-Arab-IQ" sz="2800" b="1" dirty="0">
              <a:solidFill>
                <a:schemeClr val="bg1"/>
              </a:solidFill>
            </a:endParaRPr>
          </a:p>
          <a:p>
            <a:pPr algn="r"/>
            <a:endParaRPr lang="ku-Arab-IQ" sz="2800" b="1" dirty="0">
              <a:solidFill>
                <a:schemeClr val="bg1"/>
              </a:solidFill>
            </a:endParaRPr>
          </a:p>
          <a:p>
            <a:pPr algn="r"/>
            <a:r>
              <a:rPr lang="ku-Arab-IQ" sz="2800" b="1" dirty="0">
                <a:solidFill>
                  <a:schemeClr val="bg1"/>
                </a:solidFill>
              </a:rPr>
              <a:t>پێکهاتیە ژ سەرجەمێ وان شمەك و خزمەتگوزاریان یێن کو خودان بنەمایێن بەرهەمئینانێ ب داهاتێ وان یێن نەختینەیی ب دەست دکەڤیت . داهاتێ راستەقینە راستەوخو یێ ب ئاستێ نرخێن هەلاوسانێ د وەلاتیدا گڕێدایە چونکی هندی نرخ بلند بیت دێ برێ وان شمەك و خزمەتگوزاریێن دهێنە کرین کێم بیت و ئاستێ تێربونێ دێ کێم بیت ئانکو پەیوەندیەکا بەروڤاژی دناڤبەرا داهاتێ راستەقینە و ئاستێ گشتی یێ نرخان هەیە . </a:t>
            </a:r>
          </a:p>
          <a:p>
            <a:pPr algn="r"/>
            <a:endParaRPr lang="ku-Arab-IQ" sz="2800" b="1" dirty="0">
              <a:solidFill>
                <a:schemeClr val="bg1"/>
              </a:solidFill>
            </a:endParaRPr>
          </a:p>
          <a:p>
            <a:pPr algn="r"/>
            <a:r>
              <a:rPr lang="ku-Arab-IQ" sz="28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710A1A-6774-3317-D1B4-E0EF81E6AA88}"/>
              </a:ext>
            </a:extLst>
          </p:cNvPr>
          <p:cNvSpPr/>
          <p:nvPr/>
        </p:nvSpPr>
        <p:spPr>
          <a:xfrm>
            <a:off x="9154632" y="1119018"/>
            <a:ext cx="2952306" cy="744391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u-Arab-IQ" sz="3600" b="1" dirty="0">
                <a:solidFill>
                  <a:sysClr val="windowText" lastClr="000000"/>
                </a:solidFill>
              </a:rPr>
              <a:t>داهاتێ نەختینەیی</a:t>
            </a:r>
            <a:endParaRPr lang="en-US" sz="3600" b="1" dirty="0">
              <a:solidFill>
                <a:sysClr val="windowText" lastClr="000000"/>
              </a:solidFill>
            </a:endParaRP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017A17C-A3A2-5B40-BC33-6F7B5121659B}"/>
              </a:ext>
            </a:extLst>
          </p:cNvPr>
          <p:cNvSpPr/>
          <p:nvPr/>
        </p:nvSpPr>
        <p:spPr>
          <a:xfrm>
            <a:off x="9154632" y="3270700"/>
            <a:ext cx="2952306" cy="744391"/>
          </a:xfrm>
          <a:prstGeom prst="round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u-Arab-IQ" sz="3600" b="1" dirty="0">
                <a:solidFill>
                  <a:sysClr val="windowText" lastClr="000000"/>
                </a:solidFill>
              </a:rPr>
              <a:t>داهاتێ راستەقینە</a:t>
            </a:r>
            <a:endParaRPr lang="en-US" sz="3600" b="1" dirty="0">
              <a:solidFill>
                <a:sysClr val="windowText" lastClr="000000"/>
              </a:solidFill>
            </a:endParaRP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DD7E5BFA-8FE0-EE55-6984-BA3D87AA0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4446" y="0"/>
            <a:ext cx="5057553" cy="744391"/>
          </a:xfrm>
          <a:prstGeom prst="round2DiagRect">
            <a:avLst>
              <a:gd name="adj1" fmla="val 10954"/>
              <a:gd name="adj2" fmla="val 0"/>
            </a:avLst>
          </a:prstGeom>
          <a:solidFill>
            <a:srgbClr val="FFC000"/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ku-Arab-IQ" sz="4000" b="1" dirty="0">
                <a:solidFill>
                  <a:sysClr val="windowText" lastClr="000000"/>
                </a:solidFill>
              </a:rPr>
              <a:t>چەند پێناسەیەکێن گرنگ</a:t>
            </a:r>
            <a:endParaRPr lang="en-US" sz="4000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9619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</p:transition>
    </mc:Choice>
    <mc:Fallback xmlns="">
      <p:transition spd="slow">
        <p:wip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ACDD7A0-3445-5906-D5FF-00ED5B5A477D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u-Arab-IQ" sz="2800" b="1" dirty="0">
              <a:solidFill>
                <a:schemeClr val="bg1"/>
              </a:solidFill>
            </a:endParaRPr>
          </a:p>
          <a:p>
            <a:pPr algn="r"/>
            <a:endParaRPr lang="ku-Arab-IQ" sz="2800" b="1" dirty="0">
              <a:solidFill>
                <a:schemeClr val="bg1"/>
              </a:solidFill>
            </a:endParaRPr>
          </a:p>
          <a:p>
            <a:pPr algn="r"/>
            <a:r>
              <a:rPr lang="ku-Arab-IQ" sz="3200" b="1" dirty="0">
                <a:solidFill>
                  <a:schemeClr val="bg1"/>
                </a:solidFill>
                <a:highlight>
                  <a:srgbClr val="C0C0C0"/>
                </a:highlight>
              </a:rPr>
              <a:t>داهاتێ کەسی | دەستکەفتی</a:t>
            </a:r>
            <a:endParaRPr lang="en-US" sz="3200" b="1" dirty="0">
              <a:solidFill>
                <a:schemeClr val="bg1"/>
              </a:solidFill>
              <a:highlight>
                <a:srgbClr val="C0C0C0"/>
              </a:highlight>
            </a:endParaRPr>
          </a:p>
          <a:p>
            <a:pPr algn="r"/>
            <a:endParaRPr lang="ku-Arab-IQ" sz="2800" b="1" dirty="0">
              <a:solidFill>
                <a:schemeClr val="bg1"/>
              </a:solidFill>
            </a:endParaRPr>
          </a:p>
          <a:p>
            <a:pPr algn="r"/>
            <a:r>
              <a:rPr lang="ku-Arab-IQ" sz="2800" b="1" dirty="0">
                <a:solidFill>
                  <a:schemeClr val="bg1"/>
                </a:solidFill>
              </a:rPr>
              <a:t>ئەو داهاتە کو تاك یان خێزان ب ئەگەرێ پشکداریا وان د چالاکیەکا بەرهەمئینانێدا ددەمەکێ دیارکریدا روژ حەفتی هەیڤەکێدا بدەست دکەڤیت بەری چ داشکاندنەك ( لێبرین ) بسەردا هاتبیت وەکی</a:t>
            </a:r>
          </a:p>
          <a:p>
            <a:pPr algn="r"/>
            <a:r>
              <a:rPr lang="ku-Arab-IQ" sz="2800" b="1" dirty="0">
                <a:solidFill>
                  <a:schemeClr val="bg1"/>
                </a:solidFill>
              </a:rPr>
              <a:t> باجا راستەوخو</a:t>
            </a:r>
          </a:p>
          <a:p>
            <a:pPr algn="r"/>
            <a:endParaRPr lang="ku-Arab-IQ" sz="2800" b="1" dirty="0">
              <a:solidFill>
                <a:schemeClr val="bg1"/>
              </a:solidFill>
            </a:endParaRPr>
          </a:p>
          <a:p>
            <a:pPr algn="r"/>
            <a:r>
              <a:rPr lang="ku-Arab-IQ" sz="3600" b="1" dirty="0">
                <a:solidFill>
                  <a:schemeClr val="bg1"/>
                </a:solidFill>
                <a:highlight>
                  <a:srgbClr val="C0C0C0"/>
                </a:highlight>
              </a:rPr>
              <a:t>داهاتێ بەردەست | ئامادە بو سەرەدەریکرنێ</a:t>
            </a:r>
          </a:p>
          <a:p>
            <a:pPr algn="r"/>
            <a:endParaRPr lang="ku-Arab-IQ" sz="2800" b="1" dirty="0">
              <a:solidFill>
                <a:schemeClr val="bg1"/>
              </a:solidFill>
            </a:endParaRPr>
          </a:p>
          <a:p>
            <a:pPr algn="r"/>
            <a:r>
              <a:rPr lang="ku-Arab-IQ" sz="2800" b="1" dirty="0">
                <a:solidFill>
                  <a:schemeClr val="bg1"/>
                </a:solidFill>
              </a:rPr>
              <a:t>پێکهاتیە ژ داهاتێ تاکەکەسی | دەستکەفتی پشتی باجا راستەوخو و لێبرینێن دی ژێ هاتینە دەرکرن</a:t>
            </a:r>
          </a:p>
          <a:p>
            <a:pPr algn="r"/>
            <a:endParaRPr lang="ku-Arab-IQ" sz="2800" b="1" dirty="0">
              <a:solidFill>
                <a:schemeClr val="bg1"/>
              </a:solidFill>
            </a:endParaRPr>
          </a:p>
          <a:p>
            <a:pPr algn="r"/>
            <a:endParaRPr lang="ku-Arab-IQ" sz="2800" b="1" dirty="0">
              <a:solidFill>
                <a:schemeClr val="bg1"/>
              </a:solidFill>
            </a:endParaRPr>
          </a:p>
          <a:p>
            <a:pPr algn="r"/>
            <a:endParaRPr lang="ku-Arab-IQ" sz="2800" b="1" dirty="0">
              <a:solidFill>
                <a:schemeClr val="bg1"/>
              </a:solidFill>
            </a:endParaRPr>
          </a:p>
          <a:p>
            <a:pPr algn="r"/>
            <a:endParaRPr lang="ku-Arab-IQ" sz="2800" b="1" dirty="0">
              <a:solidFill>
                <a:schemeClr val="bg1"/>
              </a:solidFill>
            </a:endParaRPr>
          </a:p>
          <a:p>
            <a:pPr algn="r"/>
            <a:r>
              <a:rPr lang="ku-Arab-IQ" sz="2800" b="1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B320CC2-E95F-A25B-3C38-6F99D8A212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4446" y="0"/>
            <a:ext cx="5057553" cy="744391"/>
          </a:xfrm>
          <a:prstGeom prst="round2DiagRect">
            <a:avLst>
              <a:gd name="adj1" fmla="val 10954"/>
              <a:gd name="adj2" fmla="val 0"/>
            </a:avLst>
          </a:prstGeom>
          <a:solidFill>
            <a:srgbClr val="FFC000"/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ku-Arab-IQ" sz="4000" b="1" dirty="0">
                <a:solidFill>
                  <a:sysClr val="windowText" lastClr="000000"/>
                </a:solidFill>
              </a:rPr>
              <a:t>چەند پێناسەیەکێن گرنگ</a:t>
            </a:r>
            <a:endParaRPr lang="en-US" sz="4000" b="1" dirty="0">
              <a:solidFill>
                <a:sysClr val="windowText" lastClr="000000"/>
              </a:solidFill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A26C7F-F6FB-1B3F-A873-1E0C9E71C5EB}"/>
              </a:ext>
            </a:extLst>
          </p:cNvPr>
          <p:cNvSpPr/>
          <p:nvPr/>
        </p:nvSpPr>
        <p:spPr>
          <a:xfrm>
            <a:off x="531628" y="5433237"/>
            <a:ext cx="11383924" cy="1201479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u-Arab-IQ" sz="3200" b="1" dirty="0">
              <a:solidFill>
                <a:schemeClr val="tx1"/>
              </a:solidFill>
            </a:endParaRPr>
          </a:p>
          <a:p>
            <a:pPr algn="r"/>
            <a:r>
              <a:rPr lang="ku-Arab-IQ" sz="3200" b="1" dirty="0">
                <a:solidFill>
                  <a:schemeClr val="tx1"/>
                </a:solidFill>
              </a:rPr>
              <a:t>داهاتێ بەردەست= داهاتێ تاکەکەسی – باجێن راستەوخو و لێبرینێن دی</a:t>
            </a:r>
          </a:p>
          <a:p>
            <a:pPr algn="r"/>
            <a:r>
              <a:rPr lang="ku-Arab-IQ" sz="3200" b="1" dirty="0">
                <a:solidFill>
                  <a:schemeClr val="tx1"/>
                </a:solidFill>
              </a:rPr>
              <a:t>داهاتێ بەردەست= بکاربرن – پاشکەفتکرن </a:t>
            </a:r>
          </a:p>
          <a:p>
            <a:pPr algn="ctr"/>
            <a:endParaRPr lang="en-US" sz="32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230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</p:transition>
    </mc:Choice>
    <mc:Fallback xmlns="">
      <p:transition spd="slow">
        <p:wip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A5803-0BCC-A00B-88C4-8E300E276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BDA825A2-8476-26A4-7FF0-39528CB2E8E4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ku-Arab-IQ" sz="2800" b="1" dirty="0">
              <a:solidFill>
                <a:schemeClr val="bg1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F5479F4-4F0F-1538-A59A-D14F7BCBB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34446" y="0"/>
            <a:ext cx="5057553" cy="744391"/>
          </a:xfrm>
          <a:prstGeom prst="round2DiagRect">
            <a:avLst>
              <a:gd name="adj1" fmla="val 10954"/>
              <a:gd name="adj2" fmla="val 0"/>
            </a:avLst>
          </a:prstGeom>
          <a:solidFill>
            <a:srgbClr val="FFC000"/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algn="ctr"/>
            <a:r>
              <a:rPr lang="ku-Arab-IQ" sz="4000" b="1" dirty="0">
                <a:solidFill>
                  <a:sysClr val="windowText" lastClr="000000"/>
                </a:solidFill>
              </a:rPr>
              <a:t>چەند پێناسەیەکێن گرنگ</a:t>
            </a:r>
            <a:endParaRPr lang="en-US" sz="4000" b="1" dirty="0">
              <a:solidFill>
                <a:sysClr val="windowText" lastClr="000000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8027F94-407F-C25C-0747-D21AAFAFB6FD}"/>
              </a:ext>
            </a:extLst>
          </p:cNvPr>
          <p:cNvGrpSpPr/>
          <p:nvPr/>
        </p:nvGrpSpPr>
        <p:grpSpPr>
          <a:xfrm>
            <a:off x="267585" y="1882944"/>
            <a:ext cx="11784418" cy="4060655"/>
            <a:chOff x="203791" y="2701652"/>
            <a:chExt cx="11784418" cy="373866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6D9D76D5-A687-37C3-D488-365D797F3A53}"/>
                </a:ext>
              </a:extLst>
            </p:cNvPr>
            <p:cNvGrpSpPr/>
            <p:nvPr/>
          </p:nvGrpSpPr>
          <p:grpSpPr>
            <a:xfrm>
              <a:off x="9854609" y="2701652"/>
              <a:ext cx="2133600" cy="3733800"/>
              <a:chOff x="6629400" y="1154959"/>
              <a:chExt cx="2133600" cy="3733800"/>
            </a:xfrm>
            <a:solidFill>
              <a:srgbClr val="FFC000"/>
            </a:solidFill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C51B4D51-3296-00CD-3E67-D606F7287E95}"/>
                  </a:ext>
                </a:extLst>
              </p:cNvPr>
              <p:cNvSpPr/>
              <p:nvPr/>
            </p:nvSpPr>
            <p:spPr>
              <a:xfrm>
                <a:off x="6629400" y="1154959"/>
                <a:ext cx="2133600" cy="37338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t"/>
              <a:lstStyle/>
              <a:p>
                <a:pPr algn="ctr"/>
                <a:endParaRPr lang="ku-Arab-IQ" sz="4000" b="1" dirty="0">
                  <a:cs typeface="+mj-cs"/>
                </a:endParaRPr>
              </a:p>
              <a:p>
                <a:pPr algn="ctr"/>
                <a:r>
                  <a:rPr lang="ku-Arab-IQ" sz="4000" b="1" dirty="0">
                    <a:solidFill>
                      <a:sysClr val="windowText" lastClr="000000"/>
                    </a:solidFill>
                    <a:cs typeface="+mj-cs"/>
                  </a:rPr>
                  <a:t>زانیاری</a:t>
                </a:r>
                <a:endParaRPr lang="en-US" sz="4000" b="1" dirty="0">
                  <a:solidFill>
                    <a:sysClr val="windowText" lastClr="000000"/>
                  </a:solidFill>
                  <a:cs typeface="+mj-cs"/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8FD5F818-81AD-5A9A-B2E3-7AF97989FA4F}"/>
                  </a:ext>
                </a:extLst>
              </p:cNvPr>
              <p:cNvGrpSpPr/>
              <p:nvPr/>
            </p:nvGrpSpPr>
            <p:grpSpPr>
              <a:xfrm>
                <a:off x="7010400" y="2514600"/>
                <a:ext cx="1371600" cy="1219200"/>
                <a:chOff x="2438400" y="3224212"/>
                <a:chExt cx="2209800" cy="1957388"/>
              </a:xfrm>
              <a:grpFill/>
            </p:grpSpPr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AABEDC5B-FDEE-304E-8470-1E5D0CD4BD1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38400" y="3224212"/>
                  <a:ext cx="2209800" cy="1957388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4FC1B40E-B5B1-4A39-FF0B-36087A8B044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71800" y="3581400"/>
                  <a:ext cx="457200" cy="457200"/>
                </a:xfrm>
                <a:prstGeom prst="rect">
                  <a:avLst/>
                </a:prstGeom>
                <a:grpFill/>
              </p:spPr>
            </p:pic>
          </p:grp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F31D145C-D10B-2DB1-00A3-BE31543FAB16}"/>
                </a:ext>
              </a:extLst>
            </p:cNvPr>
            <p:cNvSpPr/>
            <p:nvPr/>
          </p:nvSpPr>
          <p:spPr>
            <a:xfrm>
              <a:off x="203791" y="2706516"/>
              <a:ext cx="9574618" cy="3733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 rtl="1">
                <a:lnSpc>
                  <a:spcPct val="200000"/>
                </a:lnSpc>
              </a:pPr>
              <a:r>
                <a:rPr lang="ku-Arab-IQ" sz="2800" b="1" dirty="0">
                  <a:solidFill>
                    <a:schemeClr val="tx1"/>
                  </a:solidFill>
                  <a:cs typeface="+mj-cs"/>
                </a:rPr>
                <a:t>داهاتێ بەردەست :</a:t>
              </a:r>
            </a:p>
            <a:p>
              <a:pPr algn="r" rtl="1"/>
              <a:r>
                <a:rPr lang="ku-Arab-IQ" sz="2800" dirty="0">
                  <a:solidFill>
                    <a:schemeClr val="tx1"/>
                  </a:solidFill>
                  <a:cs typeface="+mj-cs"/>
                </a:rPr>
                <a:t>دبێژنێ داهاتێ ئامادە بۆ مەزاختنێ ، چونکی تاکەکەس دشێت لدویف حەز و ڤیانێن خۆ دکرینا شمەك و خزمەتگوزاریێن پێدڤیدا بو پرکرنا پێدڤیێن خو یێن جودا جودا سەرەدەریێ دگەل بکەت بمەزێخیت ئەڤێ زێدەدبیت پاشکەفت بکەت.</a:t>
              </a:r>
              <a:endParaRPr lang="en-US" sz="2800" dirty="0">
                <a:solidFill>
                  <a:schemeClr val="tx1"/>
                </a:solidFill>
                <a:cs typeface="+mj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7849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</p:transition>
    </mc:Choice>
    <mc:Fallback xmlns="">
      <p:transition spd="slow">
        <p:wip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A5842CEC-1CEB-699F-2B77-A6A95070DB16}"/>
              </a:ext>
            </a:extLst>
          </p:cNvPr>
          <p:cNvSpPr/>
          <p:nvPr/>
        </p:nvSpPr>
        <p:spPr>
          <a:xfrm>
            <a:off x="0" y="-1081887"/>
            <a:ext cx="12191999" cy="793988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endParaRPr lang="ku-Arab-IQ" sz="2800" b="1" dirty="0">
              <a:solidFill>
                <a:schemeClr val="bg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620E4E0-5933-4D7B-6FCF-4E707E9BFA31}"/>
              </a:ext>
            </a:extLst>
          </p:cNvPr>
          <p:cNvSpPr/>
          <p:nvPr/>
        </p:nvSpPr>
        <p:spPr>
          <a:xfrm>
            <a:off x="492640" y="0"/>
            <a:ext cx="11206717" cy="6230679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u-Arab-IQ" sz="2800" b="1" dirty="0"/>
              <a:t>ئازاد فەرمانبەرە ل رێڤەبەریەکا دهوکێ هەیڤانە ٧٠٠٠٠٠دیناران وەردگریت و برێ ٥٪باجا راستەوخو ددەت ٨٥٪ژ داهاتێ خو بو بکاربرنێ تەرخان دکەت داهاتێ بەردەست و بکاربرن و پاشکەفتی دیاربکە.</a:t>
            </a:r>
          </a:p>
          <a:p>
            <a:pPr algn="r"/>
            <a:r>
              <a:rPr lang="ku-Arab-IQ" sz="2800" b="1" dirty="0"/>
              <a:t>پێنگاڤا ئێکێ: دیارکرنا داهاتێ بەردەست:</a:t>
            </a:r>
          </a:p>
          <a:p>
            <a:pPr algn="r"/>
            <a:r>
              <a:rPr lang="ku-Arab-IQ" sz="2800" b="1" dirty="0"/>
              <a:t>دیارکرنا رێژەیا باجێ = داهاتێ تاکەکەسی * رێژەیا باجێ</a:t>
            </a:r>
          </a:p>
          <a:p>
            <a:pPr algn="r"/>
            <a:r>
              <a:rPr lang="ku-Arab-IQ" sz="2800" b="1" dirty="0"/>
              <a:t>داهاتێ بەردەست = داهاتێ تاکەکەسی – باجا راستەوخو</a:t>
            </a:r>
          </a:p>
          <a:p>
            <a:pPr algn="r"/>
            <a:r>
              <a:rPr lang="ku-Arab-IQ" sz="2800" b="1" dirty="0"/>
              <a:t>٧٠٠٠٠٠ * ٥٪ =  ٣٥٠٠٠</a:t>
            </a:r>
          </a:p>
          <a:p>
            <a:pPr algn="r"/>
            <a:r>
              <a:rPr lang="ku-Arab-IQ" sz="2800" b="1" dirty="0"/>
              <a:t>٧٠٠٠٠٠ – ٣٥٠٠٠ = ٦٦٥٠٠٠</a:t>
            </a:r>
          </a:p>
          <a:p>
            <a:pPr algn="r"/>
            <a:r>
              <a:rPr lang="ku-Arab-IQ" sz="2800" b="1" dirty="0"/>
              <a:t>پێنگاڤا دووێ : دیارکرنا برێ بکاربرنێ و پاشکەفتی</a:t>
            </a:r>
          </a:p>
          <a:p>
            <a:pPr algn="r"/>
            <a:r>
              <a:rPr lang="ku-Arab-IQ" sz="2800" b="1" dirty="0"/>
              <a:t>______________________________________________________</a:t>
            </a:r>
          </a:p>
          <a:p>
            <a:pPr algn="r"/>
            <a:r>
              <a:rPr lang="ku-Arab-IQ" sz="2800" b="1" dirty="0"/>
              <a:t>______________________________________________________</a:t>
            </a:r>
          </a:p>
          <a:p>
            <a:pPr algn="r"/>
            <a:r>
              <a:rPr lang="ku-Arab-IQ" sz="2800" b="1" dirty="0"/>
              <a:t>______________________________________________________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16ACCA9C-4584-AA60-E952-1B343B4B0AB0}"/>
              </a:ext>
            </a:extLst>
          </p:cNvPr>
          <p:cNvSpPr txBox="1">
            <a:spLocks/>
          </p:cNvSpPr>
          <p:nvPr/>
        </p:nvSpPr>
        <p:spPr>
          <a:xfrm>
            <a:off x="365055" y="-413648"/>
            <a:ext cx="2248782" cy="605034"/>
          </a:xfrm>
          <a:prstGeom prst="round2DiagRect">
            <a:avLst>
              <a:gd name="adj1" fmla="val 10954"/>
              <a:gd name="adj2" fmla="val 0"/>
            </a:avLst>
          </a:prstGeom>
          <a:solidFill>
            <a:schemeClr val="accent2"/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u-Arab-IQ" b="1" dirty="0">
                <a:solidFill>
                  <a:schemeClr val="bg1"/>
                </a:solidFill>
              </a:rPr>
              <a:t>نموونە</a:t>
            </a:r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89207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wipe/>
      </p:transition>
    </mc:Choice>
    <mc:Fallback>
      <p:transition spd="slow">
        <p:wip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2E89C8-6258-558E-D442-5D838A84FC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B426723-7E58-F8A7-1223-F03C0DF29FC8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ku-Arab-IQ" sz="2800" b="1" dirty="0">
                <a:solidFill>
                  <a:schemeClr val="bg1"/>
                </a:solidFill>
              </a:rPr>
              <a:t>حسابکرنا داهاتێ نەتەوەیی ژلایێ مێژوویێڤە بۆ سالا١٦٩٦ڤە دگەریت.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ku-Arab-IQ" sz="2800" b="1" dirty="0">
                <a:solidFill>
                  <a:schemeClr val="bg1"/>
                </a:solidFill>
              </a:rPr>
              <a:t>ئابوورناسێ بریتانی – گریگوری کینگ – خشتەیەکێ تایبەت بو داهاتێ نەتەوەیی ل ئینگلتەرا و وێلز دانای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ku-Arab-IQ" sz="2800" b="1" dirty="0">
                <a:solidFill>
                  <a:schemeClr val="bg1"/>
                </a:solidFill>
              </a:rPr>
              <a:t>ل فرەنسا ژی ل سالا ١٧٥٨ێ ئابوورناس – کویزنی – پشتگرێدان ب پێکهێنەر و ژمارەیێن  داهاتێ نەتەوەیی ڤەکولین لسەر مفایێ ئابووری بەلاڤکر.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ku-Arab-IQ" sz="2800" b="1" dirty="0">
                <a:solidFill>
                  <a:schemeClr val="bg1"/>
                </a:solidFill>
              </a:rPr>
              <a:t>ل سالێن سیهان ژ سەدەیێ بوری حسابکرنا داهاتێ نەتەوەیی ژ لایێ وەلاتێن پیشەسازی یێن پێشکەفتی بشێوەیەکێ بەرفرەهتر هاتە بکارئینان.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248207FE-2643-4B75-738F-4C8F5AB7ED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4622" y="0"/>
            <a:ext cx="6567377" cy="744391"/>
          </a:xfrm>
          <a:prstGeom prst="round2DiagRect">
            <a:avLst>
              <a:gd name="adj1" fmla="val 10954"/>
              <a:gd name="adj2" fmla="val 0"/>
            </a:avLst>
          </a:prstGeom>
          <a:solidFill>
            <a:srgbClr val="FFC000"/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algn="r"/>
            <a:r>
              <a:rPr lang="ku-Arab-IQ" sz="4000" b="1" dirty="0">
                <a:solidFill>
                  <a:sysClr val="windowText" lastClr="000000"/>
                </a:solidFill>
              </a:rPr>
              <a:t>رێکێن حسابکرنا داهاتێ نەتەوەیی</a:t>
            </a:r>
            <a:endParaRPr lang="en-US" sz="4000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0624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</p:transition>
    </mc:Choice>
    <mc:Fallback xmlns="">
      <p:transition spd="slow">
        <p:wip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1B61AC-E2B1-42CB-79A1-1497C00722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A1EC44D-47B0-5088-E8AA-12DF7A5D685D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ku-Arab-IQ" sz="2800" b="1" dirty="0">
                <a:solidFill>
                  <a:schemeClr val="bg1"/>
                </a:solidFill>
              </a:rPr>
              <a:t>هەر دوی سەردەمیدا چەند رێك و شێوەیێن جوداتر هاتنە بکارئینان ژبەر دوو هوکارێن سەرەکی:</a:t>
            </a:r>
          </a:p>
          <a:p>
            <a:pPr algn="r" rtl="1"/>
            <a:endParaRPr lang="ku-Arab-IQ" sz="2800" b="1" dirty="0">
              <a:solidFill>
                <a:schemeClr val="bg1"/>
              </a:solidFill>
            </a:endParaRPr>
          </a:p>
          <a:p>
            <a:pPr marL="514350" indent="-514350" algn="r" rtl="1">
              <a:buFont typeface="+mj-lt"/>
              <a:buAutoNum type="arabicPeriod"/>
            </a:pPr>
            <a:r>
              <a:rPr lang="ku-Arab-IQ" sz="2800" b="1" dirty="0">
                <a:solidFill>
                  <a:schemeClr val="bg1"/>
                </a:solidFill>
              </a:rPr>
              <a:t>سەرهەلدانا ڤەکولینێن پراکتیکی : ئابوورناسێ بناڤودەنگێ ئینگلیزی – جون ماینارد کێنز – د بیاڤێ ئابوورییا هەمووەکیدا ڤەکولین ئەنجام دابوون پشتی بەلاڤکرنا پەرتوکا خو یا بەرنیاس _ بیردوزێن گشتی یێن بکارئێخستن و مفای و دراڤان لسالا ١٩٣٦ێ 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ku-Arab-IQ" sz="2800" b="1" dirty="0">
                <a:solidFill>
                  <a:schemeClr val="bg1"/>
                </a:solidFill>
              </a:rPr>
              <a:t>ئەو رامیارییا  ئابووری یاکو بریار لسەر هاتیە دان بۆ چارەسەرکرنا بارگوهورینێن ئابووری و بدەستڤەئینانا جێگیربوونا ئابووری و پلانێن گەشەپێدانێ ب شێوەیەکێ زێدە و کاریگەر پێدڤی ب ئامارێن داهاتێ نەتەوەیی و پێکهێنەرێن وێ بو.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endParaRPr lang="ku-Arab-IQ" sz="2800" b="1" dirty="0">
              <a:solidFill>
                <a:schemeClr val="bg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1EA4E96F-2F22-2A22-3398-E7DE6DAAEE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4622" y="0"/>
            <a:ext cx="6567377" cy="744391"/>
          </a:xfrm>
          <a:prstGeom prst="round2DiagRect">
            <a:avLst>
              <a:gd name="adj1" fmla="val 10954"/>
              <a:gd name="adj2" fmla="val 0"/>
            </a:avLst>
          </a:prstGeom>
          <a:solidFill>
            <a:srgbClr val="FFC000"/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algn="r"/>
            <a:r>
              <a:rPr lang="ku-Arab-IQ" sz="4000" b="1" dirty="0">
                <a:solidFill>
                  <a:sysClr val="windowText" lastClr="000000"/>
                </a:solidFill>
              </a:rPr>
              <a:t>رێکێن حسابکرنا داهاتێ نەتەوەیی</a:t>
            </a:r>
            <a:endParaRPr lang="en-US" sz="4000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663009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</p:transition>
    </mc:Choice>
    <mc:Fallback xmlns="">
      <p:transition spd="slow">
        <p:wip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9968B-6826-1F01-41A4-B54C2BC089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744E8A4-4624-CDA0-CFE6-1D2C39F040A4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ku-Arab-IQ" sz="3200" b="1" dirty="0">
                <a:solidFill>
                  <a:schemeClr val="bg1"/>
                </a:solidFill>
              </a:rPr>
              <a:t>سێ رێکێن سەرەکی هەنە بو پیڤان و هژمارتنا داهاتێ نەتەوەیی ئەوژیك ئەڤەنە:-</a:t>
            </a:r>
          </a:p>
          <a:p>
            <a:pPr algn="r" rtl="1"/>
            <a:endParaRPr lang="ku-Arab-IQ" sz="3200" b="1" dirty="0">
              <a:solidFill>
                <a:schemeClr val="bg1"/>
              </a:solidFill>
            </a:endParaRPr>
          </a:p>
          <a:p>
            <a:pPr algn="r" rtl="1"/>
            <a:r>
              <a:rPr lang="ku-Arab-IQ" sz="3200" b="1" dirty="0">
                <a:solidFill>
                  <a:schemeClr val="bg1"/>
                </a:solidFill>
              </a:rPr>
              <a:t>ئێك: رێکا بهایێ زێدە دانای | بهایێ شمەکێن تمام</a:t>
            </a:r>
          </a:p>
          <a:p>
            <a:pPr algn="r" rtl="1"/>
            <a:endParaRPr lang="ku-Arab-IQ" sz="3200" b="1" dirty="0">
              <a:solidFill>
                <a:schemeClr val="bg1"/>
              </a:solidFill>
            </a:endParaRPr>
          </a:p>
          <a:p>
            <a:pPr algn="r" rtl="1"/>
            <a:r>
              <a:rPr lang="ku-Arab-IQ" sz="3200" b="1" dirty="0">
                <a:solidFill>
                  <a:schemeClr val="bg1"/>
                </a:solidFill>
              </a:rPr>
              <a:t>دوو: رێکا مەزاختنێ </a:t>
            </a:r>
          </a:p>
          <a:p>
            <a:pPr algn="r" rtl="1"/>
            <a:endParaRPr lang="ku-Arab-IQ" sz="3200" b="1" dirty="0">
              <a:solidFill>
                <a:schemeClr val="bg1"/>
              </a:solidFill>
            </a:endParaRPr>
          </a:p>
          <a:p>
            <a:pPr algn="r" rtl="1"/>
            <a:r>
              <a:rPr lang="ku-Arab-IQ" sz="3200" b="1" dirty="0">
                <a:solidFill>
                  <a:schemeClr val="bg1"/>
                </a:solidFill>
              </a:rPr>
              <a:t>سێ: رێکا داهاتێن دەستکەفتی یان پاداشتێن بنەمایێن بەرهەمئینانێ</a:t>
            </a:r>
            <a:endParaRPr lang="ku-Arab-IQ" sz="2800" b="1" dirty="0">
              <a:solidFill>
                <a:schemeClr val="bg1"/>
              </a:solidFill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1287BFD-5F15-DE85-D54B-E9EC4D3B4E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4622" y="0"/>
            <a:ext cx="6567377" cy="744391"/>
          </a:xfrm>
          <a:prstGeom prst="round2DiagRect">
            <a:avLst>
              <a:gd name="adj1" fmla="val 10954"/>
              <a:gd name="adj2" fmla="val 0"/>
            </a:avLst>
          </a:prstGeom>
          <a:solidFill>
            <a:srgbClr val="FFC000"/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algn="r"/>
            <a:r>
              <a:rPr lang="ku-Arab-IQ" sz="4000" b="1" dirty="0">
                <a:solidFill>
                  <a:sysClr val="windowText" lastClr="000000"/>
                </a:solidFill>
              </a:rPr>
              <a:t>رێکێن حسابکرنا داهاتێ نەتەوەیی</a:t>
            </a:r>
            <a:endParaRPr lang="en-US" sz="4000" b="1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34776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</p:transition>
    </mc:Choice>
    <mc:Fallback xmlns="">
      <p:transition spd="slow">
        <p:wip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DA8EF-698B-7DA0-4EA8-6F78D9CAFC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AB6F882-80EE-D005-D308-145D7B261016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indent="-457200" algn="r" rtl="1">
              <a:buFont typeface="Arial" panose="020B0604020202020204" pitchFamily="34" charset="0"/>
              <a:buChar char="•"/>
            </a:pPr>
            <a:endParaRPr lang="ku-Arab-IQ" sz="2800" b="1" dirty="0">
              <a:solidFill>
                <a:schemeClr val="bg1"/>
              </a:solidFill>
            </a:endParaRPr>
          </a:p>
          <a:p>
            <a:pPr marL="457200" indent="-457200" algn="r" rtl="1">
              <a:buFont typeface="Arial" panose="020B0604020202020204" pitchFamily="34" charset="0"/>
              <a:buChar char="•"/>
            </a:pPr>
            <a:endParaRPr lang="ku-Arab-IQ" sz="2800" b="1" dirty="0">
              <a:solidFill>
                <a:schemeClr val="bg1"/>
              </a:solidFill>
            </a:endParaRPr>
          </a:p>
          <a:p>
            <a:pPr marL="457200" indent="-457200" algn="r" rtl="1">
              <a:buFont typeface="Arial" panose="020B0604020202020204" pitchFamily="34" charset="0"/>
              <a:buChar char="•"/>
            </a:pPr>
            <a:endParaRPr lang="ku-Arab-IQ" sz="2800" b="1" dirty="0">
              <a:solidFill>
                <a:schemeClr val="bg1"/>
              </a:solidFill>
            </a:endParaRPr>
          </a:p>
          <a:p>
            <a:pPr marL="457200" indent="-457200" algn="r" rtl="1">
              <a:buFont typeface="Arial" panose="020B0604020202020204" pitchFamily="34" charset="0"/>
              <a:buChar char="•"/>
            </a:pPr>
            <a:r>
              <a:rPr lang="ku-Arab-IQ" sz="2800" b="1" dirty="0">
                <a:solidFill>
                  <a:schemeClr val="bg1"/>
                </a:solidFill>
              </a:rPr>
              <a:t>ئەڤ رێکە بۆ دیارکرنا داهاتێ نەتەوەیی لسەر بنەمایێ هژماردنا هەمی بهایێ زێدەدانای یێ هەمی یەکەیێن بەرهەمئینانا جڤاکی ددەمەکێ دیارکریدا دهێتە بکارئینان</a:t>
            </a:r>
          </a:p>
          <a:p>
            <a:pPr marL="457200" indent="-457200" algn="r" rtl="1">
              <a:buFont typeface="Arial" panose="020B0604020202020204" pitchFamily="34" charset="0"/>
              <a:buChar char="•"/>
            </a:pPr>
            <a:endParaRPr lang="ku-Arab-IQ" sz="2800" b="1" dirty="0">
              <a:solidFill>
                <a:schemeClr val="bg1"/>
              </a:solidFill>
            </a:endParaRPr>
          </a:p>
          <a:p>
            <a:pPr marL="457200" indent="-457200" algn="r" rtl="1">
              <a:buFont typeface="Arial" panose="020B0604020202020204" pitchFamily="34" charset="0"/>
              <a:buChar char="•"/>
            </a:pPr>
            <a:endParaRPr lang="ku-Arab-IQ" sz="2800" b="1" dirty="0">
              <a:solidFill>
                <a:schemeClr val="bg1"/>
              </a:solidFill>
            </a:endParaRPr>
          </a:p>
          <a:p>
            <a:pPr algn="r" rtl="1"/>
            <a:r>
              <a:rPr lang="ku-Arab-IQ" sz="3200" b="1" dirty="0">
                <a:solidFill>
                  <a:schemeClr val="bg1"/>
                </a:solidFill>
              </a:rPr>
              <a:t>پێناسەیا بهایێ زێدەدانای:</a:t>
            </a:r>
          </a:p>
          <a:p>
            <a:pPr algn="r" rtl="1"/>
            <a:r>
              <a:rPr lang="ku-Arab-IQ" sz="2800" b="1" dirty="0">
                <a:solidFill>
                  <a:schemeClr val="bg1"/>
                </a:solidFill>
              </a:rPr>
              <a:t>پێکهاتیە ژ جوداهیا دناڤبەرا بهایێ یەکەیەکا بەرهەمئینانێ و بهایێ پێدڤیێن بەرهەمئینانێ کو دچالاکیا بەرهەمئینانێدا هاتینە بکارئینان دماوێ ساەکێدا.</a:t>
            </a:r>
          </a:p>
          <a:p>
            <a:pPr algn="r" rtl="1"/>
            <a:endParaRPr lang="ku-Arab-IQ" sz="2800" b="1" dirty="0">
              <a:solidFill>
                <a:schemeClr val="bg1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3B8635F-FAA2-8EA8-CE4C-92E94015AF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4622" y="0"/>
            <a:ext cx="6567377" cy="744391"/>
          </a:xfrm>
          <a:prstGeom prst="round2DiagRect">
            <a:avLst>
              <a:gd name="adj1" fmla="val 10954"/>
              <a:gd name="adj2" fmla="val 0"/>
            </a:avLst>
          </a:prstGeom>
          <a:solidFill>
            <a:srgbClr val="FFC000"/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algn="r"/>
            <a:r>
              <a:rPr lang="ku-Arab-IQ" sz="4000" b="1" dirty="0">
                <a:solidFill>
                  <a:sysClr val="windowText" lastClr="000000"/>
                </a:solidFill>
              </a:rPr>
              <a:t>رێکێن حسابکرنا داهاتێ نەتەوەیی</a:t>
            </a:r>
            <a:endParaRPr lang="en-US" sz="4000" b="1" dirty="0">
              <a:solidFill>
                <a:sysClr val="windowText" lastClr="00000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D992189-2DB2-503A-F9EE-70B23695054F}"/>
              </a:ext>
            </a:extLst>
          </p:cNvPr>
          <p:cNvSpPr txBox="1">
            <a:spLocks/>
          </p:cNvSpPr>
          <p:nvPr/>
        </p:nvSpPr>
        <p:spPr>
          <a:xfrm>
            <a:off x="9027041" y="1407041"/>
            <a:ext cx="3047998" cy="744391"/>
          </a:xfrm>
          <a:prstGeom prst="round2DiagRect">
            <a:avLst>
              <a:gd name="adj1" fmla="val 10954"/>
              <a:gd name="adj2" fmla="val 0"/>
            </a:avLst>
          </a:prstGeom>
          <a:solidFill>
            <a:schemeClr val="accent2"/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u-Arab-IQ" sz="4000" b="1" dirty="0">
                <a:solidFill>
                  <a:schemeClr val="bg1"/>
                </a:solidFill>
              </a:rPr>
              <a:t>بهایێ زێدەدانای </a:t>
            </a:r>
            <a:endParaRPr lang="en-U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00052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</p:transition>
    </mc:Choice>
    <mc:Fallback xmlns="">
      <p:transition spd="slow">
        <p:wip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F447A-5E0B-54F9-2C19-5F7A0069D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60828E-07AB-4A2A-DED2-58B95789FC88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r>
              <a:rPr lang="ku-Arab-IQ" sz="2800" b="1" dirty="0">
                <a:solidFill>
                  <a:schemeClr val="bg1"/>
                </a:solidFill>
              </a:rPr>
              <a:t>بهایێ زێدەدانای یێ یەکەیەکا بەرهەمئینانێ= بهایێ بەرهەمێ هەموەکی – بهایێ پێدڤیێن بەرهەمئینانێ</a:t>
            </a:r>
          </a:p>
          <a:p>
            <a:pPr algn="r" rtl="1"/>
            <a:endParaRPr lang="ku-Arab-IQ" sz="2800" b="1" dirty="0">
              <a:solidFill>
                <a:schemeClr val="bg1"/>
              </a:solidFill>
            </a:endParaRPr>
          </a:p>
          <a:p>
            <a:pPr algn="r" rtl="1"/>
            <a:r>
              <a:rPr lang="ku-Arab-IQ" sz="2800" b="1" dirty="0">
                <a:solidFill>
                  <a:schemeClr val="bg1"/>
                </a:solidFill>
              </a:rPr>
              <a:t>بهایێ بەرهەمێ هەموەکی = هژمارەیێن یەکەیێن بەرهەمهاتی * نرخێ یەکەیێ</a:t>
            </a:r>
          </a:p>
          <a:p>
            <a:pPr algn="r" rtl="1"/>
            <a:endParaRPr lang="ku-Arab-IQ" sz="2800" b="1" dirty="0">
              <a:solidFill>
                <a:schemeClr val="bg1"/>
              </a:solidFill>
            </a:endParaRPr>
          </a:p>
          <a:p>
            <a:pPr algn="r" rtl="1"/>
            <a:r>
              <a:rPr lang="ku-Arab-IQ" sz="2800" b="1" dirty="0">
                <a:solidFill>
                  <a:schemeClr val="bg1"/>
                </a:solidFill>
              </a:rPr>
              <a:t>ب کومکرنا بهایێ زێدەدانای یێ هەمی کەرتێن بەرهەمئینانێ ، داهاتێ نەتەوەیی دێ بدەست مە کەڤیت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5694DC1E-AB28-60B1-BF5A-4A8D7DC55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4622" y="0"/>
            <a:ext cx="6567377" cy="744391"/>
          </a:xfrm>
          <a:prstGeom prst="round2DiagRect">
            <a:avLst>
              <a:gd name="adj1" fmla="val 10954"/>
              <a:gd name="adj2" fmla="val 0"/>
            </a:avLst>
          </a:prstGeom>
          <a:solidFill>
            <a:srgbClr val="FFC000"/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algn="r"/>
            <a:r>
              <a:rPr lang="ku-Arab-IQ" sz="4000" b="1" dirty="0">
                <a:solidFill>
                  <a:sysClr val="windowText" lastClr="000000"/>
                </a:solidFill>
              </a:rPr>
              <a:t>رێکێن حسابکرنا داهاتێ نەتەوەیی</a:t>
            </a:r>
            <a:endParaRPr lang="en-US" sz="4000" b="1" dirty="0">
              <a:solidFill>
                <a:sysClr val="windowText" lastClr="000000"/>
              </a:solidFill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7D906AD-AC06-52CB-F75E-913FFBC99AFE}"/>
              </a:ext>
            </a:extLst>
          </p:cNvPr>
          <p:cNvSpPr txBox="1">
            <a:spLocks/>
          </p:cNvSpPr>
          <p:nvPr/>
        </p:nvSpPr>
        <p:spPr>
          <a:xfrm>
            <a:off x="9027041" y="1407041"/>
            <a:ext cx="3047998" cy="744391"/>
          </a:xfrm>
          <a:prstGeom prst="round2DiagRect">
            <a:avLst>
              <a:gd name="adj1" fmla="val 10954"/>
              <a:gd name="adj2" fmla="val 0"/>
            </a:avLst>
          </a:prstGeom>
          <a:solidFill>
            <a:schemeClr val="accent2"/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u-Arab-IQ" sz="4000" b="1" dirty="0">
                <a:solidFill>
                  <a:schemeClr val="bg1"/>
                </a:solidFill>
              </a:rPr>
              <a:t>بهایێ زێدەدانای </a:t>
            </a:r>
            <a:endParaRPr lang="en-U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27702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</p:transition>
    </mc:Choice>
    <mc:Fallback xmlns="">
      <p:transition spd="slow">
        <p:wip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6D96071-DEB9-E53D-DD29-F9F1695939ED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endParaRPr lang="ku-Arab-IQ" sz="2800" b="1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7E159424-BB89-1D75-FCFD-04D962E40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4622" y="0"/>
            <a:ext cx="6567377" cy="744391"/>
          </a:xfrm>
          <a:prstGeom prst="round2DiagRect">
            <a:avLst>
              <a:gd name="adj1" fmla="val 10954"/>
              <a:gd name="adj2" fmla="val 0"/>
            </a:avLst>
          </a:prstGeom>
          <a:solidFill>
            <a:srgbClr val="FFC000"/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algn="r"/>
            <a:r>
              <a:rPr lang="ku-Arab-IQ" sz="4000" b="1" dirty="0">
                <a:solidFill>
                  <a:sysClr val="windowText" lastClr="000000"/>
                </a:solidFill>
              </a:rPr>
              <a:t>رێکێن حسابکرنا داهاتێ نەتەوەیی</a:t>
            </a:r>
            <a:endParaRPr lang="en-US" sz="40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BD22DBB-7CBB-29D4-EEC2-4D50AB925886}"/>
              </a:ext>
            </a:extLst>
          </p:cNvPr>
          <p:cNvSpPr txBox="1">
            <a:spLocks/>
          </p:cNvSpPr>
          <p:nvPr/>
        </p:nvSpPr>
        <p:spPr>
          <a:xfrm>
            <a:off x="8908310" y="1298672"/>
            <a:ext cx="3047998" cy="744391"/>
          </a:xfrm>
          <a:prstGeom prst="round2DiagRect">
            <a:avLst>
              <a:gd name="adj1" fmla="val 10954"/>
              <a:gd name="adj2" fmla="val 0"/>
            </a:avLst>
          </a:prstGeom>
          <a:solidFill>
            <a:schemeClr val="accent2"/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u-Arab-IQ" sz="4000" b="1" dirty="0">
                <a:solidFill>
                  <a:schemeClr val="bg1"/>
                </a:solidFill>
              </a:rPr>
              <a:t>بهایێ زێدەدانای </a:t>
            </a:r>
            <a:endParaRPr lang="en-US" sz="4000" b="1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903444A7-697F-1025-BD90-55B851D1BC43}"/>
              </a:ext>
            </a:extLst>
          </p:cNvPr>
          <p:cNvGrpSpPr/>
          <p:nvPr/>
        </p:nvGrpSpPr>
        <p:grpSpPr>
          <a:xfrm>
            <a:off x="203791" y="2852525"/>
            <a:ext cx="11784418" cy="3186767"/>
            <a:chOff x="203791" y="2701652"/>
            <a:chExt cx="11784418" cy="373866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99896E38-800B-D8A7-7F92-DD4D5DD8508F}"/>
                </a:ext>
              </a:extLst>
            </p:cNvPr>
            <p:cNvGrpSpPr/>
            <p:nvPr/>
          </p:nvGrpSpPr>
          <p:grpSpPr>
            <a:xfrm>
              <a:off x="9854609" y="2701652"/>
              <a:ext cx="2133600" cy="3733800"/>
              <a:chOff x="6629400" y="1154959"/>
              <a:chExt cx="2133600" cy="3733800"/>
            </a:xfrm>
            <a:solidFill>
              <a:srgbClr val="FFC000"/>
            </a:solidFill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E26D5E21-841D-03CF-5595-2D2165367259}"/>
                  </a:ext>
                </a:extLst>
              </p:cNvPr>
              <p:cNvSpPr/>
              <p:nvPr/>
            </p:nvSpPr>
            <p:spPr>
              <a:xfrm>
                <a:off x="6629400" y="1154959"/>
                <a:ext cx="2133600" cy="37338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t"/>
              <a:lstStyle/>
              <a:p>
                <a:pPr algn="ctr"/>
                <a:endParaRPr lang="ku-Arab-IQ" sz="4000" b="1" dirty="0">
                  <a:cs typeface="+mj-cs"/>
                </a:endParaRPr>
              </a:p>
              <a:p>
                <a:pPr algn="ctr"/>
                <a:r>
                  <a:rPr lang="ku-Arab-IQ" sz="4000" b="1" dirty="0">
                    <a:solidFill>
                      <a:sysClr val="windowText" lastClr="000000"/>
                    </a:solidFill>
                    <a:cs typeface="+mj-cs"/>
                  </a:rPr>
                  <a:t>زانیاری</a:t>
                </a:r>
                <a:endParaRPr lang="en-US" sz="4000" b="1" dirty="0">
                  <a:solidFill>
                    <a:sysClr val="windowText" lastClr="000000"/>
                  </a:solidFill>
                  <a:cs typeface="+mj-cs"/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80FCAE46-69E9-D546-0AD7-9BC52BE3159C}"/>
                  </a:ext>
                </a:extLst>
              </p:cNvPr>
              <p:cNvGrpSpPr/>
              <p:nvPr/>
            </p:nvGrpSpPr>
            <p:grpSpPr>
              <a:xfrm>
                <a:off x="7010400" y="2514600"/>
                <a:ext cx="1371600" cy="1219200"/>
                <a:chOff x="2438400" y="3224212"/>
                <a:chExt cx="2209800" cy="1957388"/>
              </a:xfrm>
              <a:grpFill/>
            </p:grpSpPr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80346A4A-D15A-82D1-54B4-F44DD244BE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38400" y="3224212"/>
                  <a:ext cx="2209800" cy="1957388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A0918DF1-6D33-3631-B87D-DCC74FBE9142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71800" y="3581400"/>
                  <a:ext cx="457200" cy="457200"/>
                </a:xfrm>
                <a:prstGeom prst="rect">
                  <a:avLst/>
                </a:prstGeom>
                <a:grpFill/>
              </p:spPr>
            </p:pic>
          </p:grp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FBFB6D4-DEA8-CD54-40CA-EA9498044B94}"/>
                </a:ext>
              </a:extLst>
            </p:cNvPr>
            <p:cNvSpPr/>
            <p:nvPr/>
          </p:nvSpPr>
          <p:spPr>
            <a:xfrm>
              <a:off x="203791" y="2706516"/>
              <a:ext cx="9574618" cy="3733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 rtl="1">
                <a:lnSpc>
                  <a:spcPct val="200000"/>
                </a:lnSpc>
              </a:pPr>
              <a:endParaRPr lang="ku-Arab-IQ" sz="2800" dirty="0">
                <a:solidFill>
                  <a:schemeClr val="tx1"/>
                </a:solidFill>
                <a:cs typeface="+mj-cs"/>
              </a:endParaRPr>
            </a:p>
            <a:p>
              <a:pPr algn="r" rtl="1">
                <a:lnSpc>
                  <a:spcPct val="150000"/>
                </a:lnSpc>
              </a:pPr>
              <a:r>
                <a:rPr lang="ku-Arab-IQ" sz="2800" dirty="0">
                  <a:solidFill>
                    <a:schemeClr val="tx1"/>
                  </a:solidFill>
                  <a:cs typeface="+mj-cs"/>
                </a:rPr>
                <a:t>ئەڤ رێکە بۆ خولادان ژ گرفتا دووجارا حسابکرنێ ل دەمێ دیارکرنا داهاتێ نەتەوەیدا دهێتە بکارئینان</a:t>
              </a:r>
              <a:endParaRPr lang="en-US" sz="2800" dirty="0">
                <a:solidFill>
                  <a:schemeClr val="tx1"/>
                </a:solidFill>
                <a:cs typeface="+mj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219437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</p:transition>
    </mc:Choice>
    <mc:Fallback xmlns="">
      <p:transition spd="slow">
        <p:wip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46158825-0AE6-8D4E-902B-3B9C1B291444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endParaRPr lang="ku-Arab-IQ" sz="2800" b="1" dirty="0">
              <a:solidFill>
                <a:schemeClr val="bg1"/>
              </a:solidFill>
            </a:endParaRPr>
          </a:p>
          <a:p>
            <a:pPr algn="r" rtl="1"/>
            <a:r>
              <a:rPr lang="ku-Arab-IQ" sz="2800" b="1" dirty="0">
                <a:solidFill>
                  <a:schemeClr val="bg1"/>
                </a:solidFill>
              </a:rPr>
              <a:t>ئەم دشێین ڤێ رێکێ ب ڤی رەنگێ لخوارێ کورت دکەت: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ku-Arab-IQ" sz="2800" b="1" dirty="0">
                <a:solidFill>
                  <a:schemeClr val="bg1"/>
                </a:solidFill>
              </a:rPr>
              <a:t>بهایێ نەختینەیی یێ هەمی بەرهەمێن هەر کەرتەکێ بەرهەمئینانێ ب نرخێ بازاری دێ حسابکەین بهایێ نەختینەیی یێ بەرهەمان = یەکەیێن بەرهەمهاتی * نرخێن وان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ku-Arab-IQ" sz="2800" b="1" dirty="0">
                <a:solidFill>
                  <a:schemeClr val="bg1"/>
                </a:solidFill>
              </a:rPr>
              <a:t>بهایێ پێدڤیێن بەرهەمئینانێ | کەرەستێن خاف ، نیڤ دروستکری ، شمەکێن ناڤنجی .. | د هەرکەرتەکێ بەرهەمئینانێدا دێ حسێبکەین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ku-Arab-IQ" sz="2800" b="1" dirty="0">
                <a:solidFill>
                  <a:schemeClr val="bg1"/>
                </a:solidFill>
              </a:rPr>
              <a:t>بهایێ زێدەدانای یێ هەرکەرتەکێ بەرهەمئینانێ = بهایێ هەمی بەرهەمان-بهایێ پێدڤیێن بەرهەمئینانێ</a:t>
            </a:r>
          </a:p>
          <a:p>
            <a:pPr marL="514350" indent="-514350" algn="r" rtl="1">
              <a:buFont typeface="+mj-lt"/>
              <a:buAutoNum type="arabicPeriod"/>
            </a:pPr>
            <a:r>
              <a:rPr lang="ku-Arab-IQ" sz="2800" b="1" dirty="0">
                <a:solidFill>
                  <a:schemeClr val="bg1"/>
                </a:solidFill>
              </a:rPr>
              <a:t>ب کومکرنا بهایێ زێدەدانای یێ هەمی کەرتێن بەرهەمهێن یێن جودا جودا دوەلاتیدا  داهاتێ نەتەوەیی دێ بدەست مە کەڤیت 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FDB13637-3936-1E28-9048-B6FFA29DD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4622" y="0"/>
            <a:ext cx="6567377" cy="744391"/>
          </a:xfrm>
          <a:prstGeom prst="round2DiagRect">
            <a:avLst>
              <a:gd name="adj1" fmla="val 10954"/>
              <a:gd name="adj2" fmla="val 0"/>
            </a:avLst>
          </a:prstGeom>
          <a:solidFill>
            <a:srgbClr val="FFC000"/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algn="r"/>
            <a:r>
              <a:rPr lang="ku-Arab-IQ" sz="4000" b="1" dirty="0">
                <a:solidFill>
                  <a:sysClr val="windowText" lastClr="000000"/>
                </a:solidFill>
              </a:rPr>
              <a:t>رێکێن حسابکرنا داهاتێ نەتەوەیی</a:t>
            </a:r>
            <a:endParaRPr lang="en-US" sz="4000" b="1" dirty="0">
              <a:solidFill>
                <a:sysClr val="windowText" lastClr="000000"/>
              </a:solidFill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53D9B7A-EE12-F61A-413F-B7DC9EDA4147}"/>
              </a:ext>
            </a:extLst>
          </p:cNvPr>
          <p:cNvSpPr txBox="1">
            <a:spLocks/>
          </p:cNvSpPr>
          <p:nvPr/>
        </p:nvSpPr>
        <p:spPr>
          <a:xfrm>
            <a:off x="9037674" y="871987"/>
            <a:ext cx="3047998" cy="744391"/>
          </a:xfrm>
          <a:prstGeom prst="round2DiagRect">
            <a:avLst>
              <a:gd name="adj1" fmla="val 10954"/>
              <a:gd name="adj2" fmla="val 0"/>
            </a:avLst>
          </a:prstGeom>
          <a:solidFill>
            <a:schemeClr val="accent2"/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u-Arab-IQ" sz="4000" b="1" dirty="0">
                <a:solidFill>
                  <a:schemeClr val="bg1"/>
                </a:solidFill>
              </a:rPr>
              <a:t>بهایێ زێدەدانای </a:t>
            </a:r>
            <a:endParaRPr lang="en-US" sz="4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70374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</p:transition>
    </mc:Choice>
    <mc:Fallback xmlns="">
      <p:transition spd="slow">
        <p:wip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43EA5E5-90BE-207B-BDE7-5821A0D14B4B}"/>
              </a:ext>
            </a:extLst>
          </p:cNvPr>
          <p:cNvSpPr/>
          <p:nvPr/>
        </p:nvSpPr>
        <p:spPr>
          <a:xfrm>
            <a:off x="0" y="-1081887"/>
            <a:ext cx="12191999" cy="7939887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r" rtl="1"/>
            <a:endParaRPr lang="ku-Arab-IQ" sz="2800" b="1" dirty="0">
              <a:solidFill>
                <a:schemeClr val="bg1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8B16085-38CC-F4B3-968D-65D3A12BF9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624622" y="-117432"/>
            <a:ext cx="6567377" cy="861823"/>
          </a:xfrm>
          <a:prstGeom prst="round2DiagRect">
            <a:avLst>
              <a:gd name="adj1" fmla="val 10954"/>
              <a:gd name="adj2" fmla="val 0"/>
            </a:avLst>
          </a:prstGeom>
          <a:solidFill>
            <a:srgbClr val="FFC000"/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>
            <a:normAutofit/>
          </a:bodyPr>
          <a:lstStyle/>
          <a:p>
            <a:pPr algn="r"/>
            <a:r>
              <a:rPr lang="ku-Arab-IQ" sz="4000" b="1" dirty="0">
                <a:solidFill>
                  <a:sysClr val="windowText" lastClr="000000"/>
                </a:solidFill>
              </a:rPr>
              <a:t>رێکێن حسابکرنا داهاتێ نەتەوەیی</a:t>
            </a:r>
            <a:endParaRPr lang="en-US" sz="4000" b="1" dirty="0">
              <a:solidFill>
                <a:sysClr val="windowText" lastClr="000000"/>
              </a:solidFill>
            </a:endParaRP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DDAEB1F8-8C1D-F1B7-A6C8-7B80B1AC94B9}"/>
              </a:ext>
            </a:extLst>
          </p:cNvPr>
          <p:cNvSpPr txBox="1">
            <a:spLocks/>
          </p:cNvSpPr>
          <p:nvPr/>
        </p:nvSpPr>
        <p:spPr>
          <a:xfrm>
            <a:off x="8908310" y="1064277"/>
            <a:ext cx="3047998" cy="861823"/>
          </a:xfrm>
          <a:prstGeom prst="round2DiagRect">
            <a:avLst>
              <a:gd name="adj1" fmla="val 10954"/>
              <a:gd name="adj2" fmla="val 0"/>
            </a:avLst>
          </a:prstGeom>
          <a:solidFill>
            <a:schemeClr val="accent2"/>
          </a:solidFill>
          <a:ln>
            <a:solidFill>
              <a:schemeClr val="accent3">
                <a:lumMod val="75000"/>
              </a:schemeClr>
            </a:solidFill>
          </a:ln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ku-Arab-IQ" sz="4000" b="1" dirty="0">
                <a:solidFill>
                  <a:schemeClr val="bg1"/>
                </a:solidFill>
              </a:rPr>
              <a:t>بهایێ زێدەدانای </a:t>
            </a:r>
            <a:endParaRPr lang="en-US" sz="4000" b="1" dirty="0">
              <a:solidFill>
                <a:schemeClr val="bg1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D9AD4F0-441C-581E-A227-D81FD6FAAB5F}"/>
              </a:ext>
            </a:extLst>
          </p:cNvPr>
          <p:cNvGrpSpPr/>
          <p:nvPr/>
        </p:nvGrpSpPr>
        <p:grpSpPr>
          <a:xfrm>
            <a:off x="203791" y="2349795"/>
            <a:ext cx="11784418" cy="3689497"/>
            <a:chOff x="203791" y="2701652"/>
            <a:chExt cx="11784418" cy="3738664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4A30A6F3-1977-4FBA-3493-C87CB9D73217}"/>
                </a:ext>
              </a:extLst>
            </p:cNvPr>
            <p:cNvGrpSpPr/>
            <p:nvPr/>
          </p:nvGrpSpPr>
          <p:grpSpPr>
            <a:xfrm>
              <a:off x="9854609" y="2701652"/>
              <a:ext cx="2133600" cy="3733800"/>
              <a:chOff x="6629400" y="1154959"/>
              <a:chExt cx="2133600" cy="3733800"/>
            </a:xfrm>
            <a:solidFill>
              <a:srgbClr val="FFC000"/>
            </a:solidFill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5A7204B-67F7-978F-0F9D-68971CDA574F}"/>
                  </a:ext>
                </a:extLst>
              </p:cNvPr>
              <p:cNvSpPr/>
              <p:nvPr/>
            </p:nvSpPr>
            <p:spPr>
              <a:xfrm>
                <a:off x="6629400" y="1154959"/>
                <a:ext cx="2133600" cy="3733800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rtlCol="0" anchor="t"/>
              <a:lstStyle/>
              <a:p>
                <a:pPr algn="ctr"/>
                <a:endParaRPr lang="ku-Arab-IQ" sz="4000" b="1" dirty="0">
                  <a:cs typeface="+mj-cs"/>
                </a:endParaRPr>
              </a:p>
              <a:p>
                <a:pPr algn="ctr"/>
                <a:r>
                  <a:rPr lang="ku-Arab-IQ" sz="4000" b="1" dirty="0">
                    <a:solidFill>
                      <a:sysClr val="windowText" lastClr="000000"/>
                    </a:solidFill>
                    <a:cs typeface="+mj-cs"/>
                  </a:rPr>
                  <a:t>زانیاری</a:t>
                </a:r>
                <a:endParaRPr lang="en-US" sz="4000" b="1" dirty="0">
                  <a:solidFill>
                    <a:sysClr val="windowText" lastClr="000000"/>
                  </a:solidFill>
                  <a:cs typeface="+mj-cs"/>
                </a:endParaRPr>
              </a:p>
            </p:txBody>
          </p:sp>
          <p:grpSp>
            <p:nvGrpSpPr>
              <p:cNvPr id="11" name="Group 10">
                <a:extLst>
                  <a:ext uri="{FF2B5EF4-FFF2-40B4-BE49-F238E27FC236}">
                    <a16:creationId xmlns:a16="http://schemas.microsoft.com/office/drawing/2014/main" id="{A749C566-5D0A-0E23-040E-A1817BD20795}"/>
                  </a:ext>
                </a:extLst>
              </p:cNvPr>
              <p:cNvGrpSpPr/>
              <p:nvPr/>
            </p:nvGrpSpPr>
            <p:grpSpPr>
              <a:xfrm>
                <a:off x="7010400" y="2514600"/>
                <a:ext cx="1371600" cy="1219200"/>
                <a:chOff x="2438400" y="3224212"/>
                <a:chExt cx="2209800" cy="1957388"/>
              </a:xfrm>
              <a:grpFill/>
            </p:grpSpPr>
            <p:pic>
              <p:nvPicPr>
                <p:cNvPr id="12" name="Picture 11">
                  <a:extLst>
                    <a:ext uri="{FF2B5EF4-FFF2-40B4-BE49-F238E27FC236}">
                      <a16:creationId xmlns:a16="http://schemas.microsoft.com/office/drawing/2014/main" id="{7BF3D2D8-6727-9BFA-997C-509F0DA372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2">
                  <a:extLst>
                    <a:ext uri="{BEBA8EAE-BF5A-486C-A8C5-ECC9F3942E4B}">
                      <a14:imgProps xmlns:a14="http://schemas.microsoft.com/office/drawing/2010/main">
                        <a14:imgLayer r:embed="rId3">
                          <a14:imgEffect>
                            <a14:backgroundRemoval t="10000" b="90000" l="10000" r="9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38400" y="3224212"/>
                  <a:ext cx="2209800" cy="1957388"/>
                </a:xfrm>
                <a:prstGeom prst="rect">
                  <a:avLst/>
                </a:prstGeom>
                <a:grpFill/>
              </p:spPr>
            </p:pic>
            <p:pic>
              <p:nvPicPr>
                <p:cNvPr id="13" name="Picture 12">
                  <a:extLst>
                    <a:ext uri="{FF2B5EF4-FFF2-40B4-BE49-F238E27FC236}">
                      <a16:creationId xmlns:a16="http://schemas.microsoft.com/office/drawing/2014/main" id="{9DE57870-E84B-E84A-2766-CED1A281CA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 cstate="print">
                  <a:extLst>
                    <a:ext uri="{BEBA8EAE-BF5A-486C-A8C5-ECC9F3942E4B}">
                      <a14:imgProps xmlns:a14="http://schemas.microsoft.com/office/drawing/2010/main">
                        <a14:imgLayer r:embed="rId5">
                          <a14:imgEffect>
                            <a14:backgroundRemoval t="10000" b="90000" l="10000" r="90000"/>
                          </a14:imgEffect>
                        </a14:imgLayer>
                      </a14:imgProps>
                    </a:ex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971800" y="3581400"/>
                  <a:ext cx="457200" cy="457200"/>
                </a:xfrm>
                <a:prstGeom prst="rect">
                  <a:avLst/>
                </a:prstGeom>
                <a:grpFill/>
              </p:spPr>
            </p:pic>
          </p:grpSp>
        </p:grp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71CA1C8A-CDD5-604C-28D5-3DB86F05D3B2}"/>
                </a:ext>
              </a:extLst>
            </p:cNvPr>
            <p:cNvSpPr/>
            <p:nvPr/>
          </p:nvSpPr>
          <p:spPr>
            <a:xfrm>
              <a:off x="203791" y="2706516"/>
              <a:ext cx="9574618" cy="373380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r" rtl="1"/>
              <a:r>
                <a:rPr lang="ku-Arab-IQ" sz="3200" b="1" dirty="0">
                  <a:solidFill>
                    <a:schemeClr val="tx1"/>
                  </a:solidFill>
                  <a:cs typeface="+mj-cs"/>
                </a:rPr>
                <a:t>پێدڤیێن بەرهەمئینانێ : </a:t>
              </a:r>
            </a:p>
            <a:p>
              <a:pPr algn="r" rtl="1"/>
              <a:endParaRPr lang="ku-Arab-IQ" sz="3200" b="1" dirty="0">
                <a:solidFill>
                  <a:schemeClr val="tx1"/>
                </a:solidFill>
                <a:cs typeface="+mj-cs"/>
              </a:endParaRPr>
            </a:p>
            <a:p>
              <a:pPr algn="r" rtl="1"/>
              <a:r>
                <a:rPr lang="ku-Arab-IQ" sz="2800" dirty="0">
                  <a:solidFill>
                    <a:schemeClr val="tx1"/>
                  </a:solidFill>
                  <a:cs typeface="+mj-cs"/>
                </a:rPr>
                <a:t>پێکهاتیە ژ هەمی وان شمەك و خزمەتگوزاریێن د بەرهەمئینانا شمەکێن تەمامدا هاتینە بکارئینان وەکی | کەرەستەیێن خاڤ _ پەمبی ، گەنم | نیمچە دروستکری _ پەروك ، ئار بو بەرهەمئینانا جلوبەرگ و نان </a:t>
              </a:r>
            </a:p>
            <a:p>
              <a:pPr algn="r" rtl="1"/>
              <a:r>
                <a:rPr lang="ku-Arab-IQ" sz="2800" dirty="0">
                  <a:solidFill>
                    <a:schemeClr val="tx1"/>
                  </a:solidFill>
                  <a:cs typeface="+mj-cs"/>
                </a:rPr>
                <a:t>شمەکێن تەمام یێن داویێ : ئەو شمەك و خزمەتگوزاریێن بەرهەمئینای و ئامادەکرینە کو پێدڤییەکێ پربکەن وەك جل و بەرگ و ئامیرێن کارەبێ و ...هتد</a:t>
              </a:r>
            </a:p>
            <a:p>
              <a:pPr algn="r" rtl="1"/>
              <a:endParaRPr lang="en-US" sz="2800" dirty="0">
                <a:solidFill>
                  <a:schemeClr val="tx1"/>
                </a:solidFill>
                <a:cs typeface="+mj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2379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wipe/>
      </p:transition>
    </mc:Choice>
    <mc:Fallback xmlns="">
      <p:transition spd="slow">
        <p:wipe/>
      </p:transition>
    </mc:Fallback>
  </mc:AlternateContent>
</p:sld>
</file>

<file path=ppt/theme/theme1.xml><?xml version="1.0" encoding="utf-8"?>
<a:theme xmlns:a="http://schemas.openxmlformats.org/drawingml/2006/main" name="Shoji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Custom 35">
      <a:majorFont>
        <a:latin typeface="Walbaum Display"/>
        <a:ea typeface=""/>
        <a:cs typeface=""/>
      </a:majorFont>
      <a:minorFont>
        <a:latin typeface="Aptos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hoji" id="{FC7F6458-703E-4B19-BAF9-E88A9B02521B}" vid="{6FBA4037-BA28-4926-BD89-6C54034403A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Shoji</Template>
  <TotalTime>165</TotalTime>
  <Words>846</Words>
  <Application>Microsoft Office PowerPoint</Application>
  <PresentationFormat>Widescreen</PresentationFormat>
  <Paragraphs>120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Aptos Light</vt:lpstr>
      <vt:lpstr>Arial</vt:lpstr>
      <vt:lpstr>Castellar</vt:lpstr>
      <vt:lpstr>Walbaum Display</vt:lpstr>
      <vt:lpstr>Shoji</vt:lpstr>
      <vt:lpstr>PowerPoint Presentation</vt:lpstr>
      <vt:lpstr>چەند پێناسەیەکێن گرنگ</vt:lpstr>
      <vt:lpstr>چەند پێناسەیەکێن گرنگ</vt:lpstr>
      <vt:lpstr>چەند پێناسەیەکێن گرنگ</vt:lpstr>
      <vt:lpstr>چەند پێناسەیەکێن گرنگ</vt:lpstr>
      <vt:lpstr>PowerPoint Presentation</vt:lpstr>
      <vt:lpstr>رێکێن حسابکرنا داهاتێ نەتەوەیی</vt:lpstr>
      <vt:lpstr>رێکێن حسابکرنا داهاتێ نەتەوەیی</vt:lpstr>
      <vt:lpstr>رێکێن حسابکرنا داهاتێ نەتەوەیی</vt:lpstr>
      <vt:lpstr>رێکێن حسابکرنا داهاتێ نەتەوەیی</vt:lpstr>
      <vt:lpstr>رێکێن حسابکرنا داهاتێ نەتەوەیی</vt:lpstr>
      <vt:lpstr>رێکێن حسابکرنا داهاتێ نەتەوەیی</vt:lpstr>
      <vt:lpstr>رێکێن حسابکرنا داهاتێ نەتەوەیی</vt:lpstr>
      <vt:lpstr>رێکێن حسابکرنا داهاتێ نەتەوەیی</vt:lpstr>
    </vt:vector>
  </TitlesOfParts>
  <Company>Microsoft (C)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Sipan Kurdi</dc:creator>
  <cp:lastModifiedBy>Sipan Kurdi</cp:lastModifiedBy>
  <cp:revision>22</cp:revision>
  <dcterms:created xsi:type="dcterms:W3CDTF">2026-09-09T15:46:01Z</dcterms:created>
  <dcterms:modified xsi:type="dcterms:W3CDTF">2026-09-19T18:59:14Z</dcterms:modified>
</cp:coreProperties>
</file>