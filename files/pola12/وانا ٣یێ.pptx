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F69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60" d="100"/>
          <a:sy n="60" d="100"/>
        </p:scale>
        <p:origin x="908" y="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E3E9A3A-E078-41D8-B83D-4C5751C225DC}" type="doc">
      <dgm:prSet loTypeId="urn:microsoft.com/office/officeart/2005/8/layout/radial1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6356011-787F-43DC-A658-83F2BB60F0FE}">
      <dgm:prSet phldrT="[Text]" phldr="0" custT="1"/>
      <dgm:spPr/>
      <dgm:t>
        <a:bodyPr/>
        <a:lstStyle/>
        <a:p>
          <a:r>
            <a:rPr lang="ku-Arab-IQ" sz="2000" b="1">
              <a:solidFill>
                <a:schemeClr val="bg1"/>
              </a:solidFill>
            </a:rPr>
            <a:t>ژێدەرێن مەزاختنێ</a:t>
          </a:r>
          <a:endParaRPr lang="en-US" sz="2000" b="1" dirty="0">
            <a:solidFill>
              <a:schemeClr val="bg1"/>
            </a:solidFill>
          </a:endParaRPr>
        </a:p>
      </dgm:t>
    </dgm:pt>
    <dgm:pt modelId="{7F2AE14C-804E-4727-A219-B582105F2BA0}" type="parTrans" cxnId="{2F386545-7CA9-4F05-87A3-4FDE0CEB44AA}">
      <dgm:prSet/>
      <dgm:spPr/>
      <dgm:t>
        <a:bodyPr/>
        <a:lstStyle/>
        <a:p>
          <a:endParaRPr lang="en-US"/>
        </a:p>
      </dgm:t>
    </dgm:pt>
    <dgm:pt modelId="{AD96FF19-77E2-40E4-B4D1-CC52414E79C9}" type="sibTrans" cxnId="{2F386545-7CA9-4F05-87A3-4FDE0CEB44AA}">
      <dgm:prSet/>
      <dgm:spPr/>
      <dgm:t>
        <a:bodyPr/>
        <a:lstStyle/>
        <a:p>
          <a:endParaRPr lang="en-US"/>
        </a:p>
      </dgm:t>
    </dgm:pt>
    <dgm:pt modelId="{D21C0A95-B98E-4A26-83A8-594AF4430055}">
      <dgm:prSet phldrT="[Text]" phldr="0" custT="1"/>
      <dgm:spPr/>
      <dgm:t>
        <a:bodyPr/>
        <a:lstStyle/>
        <a:p>
          <a:r>
            <a:rPr lang="ku-Arab-IQ" sz="2000" b="1">
              <a:solidFill>
                <a:schemeClr val="bg1"/>
              </a:solidFill>
            </a:rPr>
            <a:t>وەبەرهێنان</a:t>
          </a:r>
          <a:endParaRPr lang="en-US" sz="2000" b="1" dirty="0">
            <a:solidFill>
              <a:schemeClr val="bg1"/>
            </a:solidFill>
          </a:endParaRPr>
        </a:p>
      </dgm:t>
    </dgm:pt>
    <dgm:pt modelId="{B5215CD4-14EE-4556-A2C7-CF4D4E477755}" type="parTrans" cxnId="{94FE5ABA-9772-46E0-8E65-8E8C610D8ABB}">
      <dgm:prSet custT="1"/>
      <dgm:spPr/>
      <dgm:t>
        <a:bodyPr/>
        <a:lstStyle/>
        <a:p>
          <a:endParaRPr lang="en-US" sz="2000" b="1">
            <a:solidFill>
              <a:schemeClr val="bg1"/>
            </a:solidFill>
          </a:endParaRPr>
        </a:p>
      </dgm:t>
    </dgm:pt>
    <dgm:pt modelId="{81B8EFF3-D427-437B-9717-354306E53068}" type="sibTrans" cxnId="{94FE5ABA-9772-46E0-8E65-8E8C610D8ABB}">
      <dgm:prSet/>
      <dgm:spPr/>
      <dgm:t>
        <a:bodyPr/>
        <a:lstStyle/>
        <a:p>
          <a:endParaRPr lang="en-US"/>
        </a:p>
      </dgm:t>
    </dgm:pt>
    <dgm:pt modelId="{2772AB83-9E77-4D6A-B989-817C52FE3CA7}">
      <dgm:prSet phldrT="[Text]" phldr="0" custT="1"/>
      <dgm:spPr/>
      <dgm:t>
        <a:bodyPr/>
        <a:lstStyle/>
        <a:p>
          <a:r>
            <a:rPr lang="ku-Arab-IQ" sz="2000" b="1" dirty="0">
              <a:solidFill>
                <a:schemeClr val="bg1"/>
              </a:solidFill>
            </a:rPr>
            <a:t>مەزاختنێن میری</a:t>
          </a:r>
          <a:endParaRPr lang="en-US" sz="2000" b="1" dirty="0">
            <a:solidFill>
              <a:schemeClr val="bg1"/>
            </a:solidFill>
          </a:endParaRPr>
        </a:p>
      </dgm:t>
    </dgm:pt>
    <dgm:pt modelId="{0C053B6D-18F3-4B34-8254-506C1077FEBE}" type="parTrans" cxnId="{9054E1E5-5ED1-4E8A-BEB8-2946C726DD92}">
      <dgm:prSet custT="1"/>
      <dgm:spPr/>
      <dgm:t>
        <a:bodyPr/>
        <a:lstStyle/>
        <a:p>
          <a:endParaRPr lang="en-US" sz="2000" b="1">
            <a:solidFill>
              <a:schemeClr val="bg1"/>
            </a:solidFill>
          </a:endParaRPr>
        </a:p>
      </dgm:t>
    </dgm:pt>
    <dgm:pt modelId="{FAE4A9F9-055E-40ED-A8EF-B38DBFC9E8AD}" type="sibTrans" cxnId="{9054E1E5-5ED1-4E8A-BEB8-2946C726DD92}">
      <dgm:prSet/>
      <dgm:spPr/>
      <dgm:t>
        <a:bodyPr/>
        <a:lstStyle/>
        <a:p>
          <a:endParaRPr lang="en-US"/>
        </a:p>
      </dgm:t>
    </dgm:pt>
    <dgm:pt modelId="{7ECE17E4-612E-4060-9305-8B63E69A4878}">
      <dgm:prSet phldrT="[Text]" phldr="0" custT="1"/>
      <dgm:spPr/>
      <dgm:t>
        <a:bodyPr/>
        <a:lstStyle/>
        <a:p>
          <a:r>
            <a:rPr lang="ku-Arab-IQ" sz="2000" b="1">
              <a:solidFill>
                <a:schemeClr val="bg1"/>
              </a:solidFill>
            </a:rPr>
            <a:t>پۆختێ مامەلەیێن ژدەرڤە</a:t>
          </a:r>
          <a:endParaRPr lang="en-US" sz="2000" b="1" dirty="0">
            <a:solidFill>
              <a:schemeClr val="bg1"/>
            </a:solidFill>
          </a:endParaRPr>
        </a:p>
      </dgm:t>
    </dgm:pt>
    <dgm:pt modelId="{A70513B8-B62D-49EA-897B-2B0105B0E5E2}" type="parTrans" cxnId="{5DCB5289-55A4-4855-8442-466DFB15B9B5}">
      <dgm:prSet custT="1"/>
      <dgm:spPr/>
      <dgm:t>
        <a:bodyPr/>
        <a:lstStyle/>
        <a:p>
          <a:endParaRPr lang="en-US" sz="2000" b="1">
            <a:solidFill>
              <a:schemeClr val="bg1"/>
            </a:solidFill>
          </a:endParaRPr>
        </a:p>
      </dgm:t>
    </dgm:pt>
    <dgm:pt modelId="{035ED7F0-2E05-4DEF-8904-55A0FBC9C3E0}" type="sibTrans" cxnId="{5DCB5289-55A4-4855-8442-466DFB15B9B5}">
      <dgm:prSet/>
      <dgm:spPr/>
      <dgm:t>
        <a:bodyPr/>
        <a:lstStyle/>
        <a:p>
          <a:endParaRPr lang="en-US"/>
        </a:p>
      </dgm:t>
    </dgm:pt>
    <dgm:pt modelId="{F311274C-542C-43F3-8585-8F0EB36657F9}">
      <dgm:prSet phldrT="[Text]" phldr="0" custT="1"/>
      <dgm:spPr/>
      <dgm:t>
        <a:bodyPr/>
        <a:lstStyle/>
        <a:p>
          <a:r>
            <a:rPr lang="ku-Arab-IQ" sz="2000" b="1">
              <a:solidFill>
                <a:schemeClr val="bg1"/>
              </a:solidFill>
            </a:rPr>
            <a:t>بکاربرن</a:t>
          </a:r>
          <a:endParaRPr lang="en-US" sz="2000" b="1" dirty="0">
            <a:solidFill>
              <a:schemeClr val="bg1"/>
            </a:solidFill>
          </a:endParaRPr>
        </a:p>
      </dgm:t>
    </dgm:pt>
    <dgm:pt modelId="{FEE67827-6C9F-4469-8791-8F26FC27E2E5}" type="parTrans" cxnId="{F1FE3C16-38E8-400A-99C2-E2EDEEF2819A}">
      <dgm:prSet custT="1"/>
      <dgm:spPr/>
      <dgm:t>
        <a:bodyPr/>
        <a:lstStyle/>
        <a:p>
          <a:endParaRPr lang="en-US" sz="2000" b="1">
            <a:solidFill>
              <a:schemeClr val="bg1"/>
            </a:solidFill>
          </a:endParaRPr>
        </a:p>
      </dgm:t>
    </dgm:pt>
    <dgm:pt modelId="{A02CC45A-3689-46CE-B5AD-58D96B1DDFB3}" type="sibTrans" cxnId="{F1FE3C16-38E8-400A-99C2-E2EDEEF2819A}">
      <dgm:prSet/>
      <dgm:spPr/>
      <dgm:t>
        <a:bodyPr/>
        <a:lstStyle/>
        <a:p>
          <a:endParaRPr lang="en-US"/>
        </a:p>
      </dgm:t>
    </dgm:pt>
    <dgm:pt modelId="{A4339F82-111C-4E18-A91D-F58A21AAE1F0}" type="pres">
      <dgm:prSet presAssocID="{3E3E9A3A-E078-41D8-B83D-4C5751C225DC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9A6F382E-7CAC-4ABA-B30A-E7FC426E89CA}" type="pres">
      <dgm:prSet presAssocID="{76356011-787F-43DC-A658-83F2BB60F0FE}" presName="centerShape" presStyleLbl="node0" presStyleIdx="0" presStyleCnt="1"/>
      <dgm:spPr/>
    </dgm:pt>
    <dgm:pt modelId="{7E2364CB-39AC-4399-A87F-5F72DA4B9265}" type="pres">
      <dgm:prSet presAssocID="{B5215CD4-14EE-4556-A2C7-CF4D4E477755}" presName="Name9" presStyleLbl="parChTrans1D2" presStyleIdx="0" presStyleCnt="4"/>
      <dgm:spPr/>
    </dgm:pt>
    <dgm:pt modelId="{9E9487C3-CE8C-4DD7-B79C-38C74E552AD6}" type="pres">
      <dgm:prSet presAssocID="{B5215CD4-14EE-4556-A2C7-CF4D4E477755}" presName="connTx" presStyleLbl="parChTrans1D2" presStyleIdx="0" presStyleCnt="4"/>
      <dgm:spPr/>
    </dgm:pt>
    <dgm:pt modelId="{6F89F0AC-2FC1-47CD-96A7-FB3EE429CDB3}" type="pres">
      <dgm:prSet presAssocID="{D21C0A95-B98E-4A26-83A8-594AF4430055}" presName="node" presStyleLbl="node1" presStyleIdx="0" presStyleCnt="4" custRadScaleRad="106051" custRadScaleInc="-33951">
        <dgm:presLayoutVars>
          <dgm:bulletEnabled val="1"/>
        </dgm:presLayoutVars>
      </dgm:prSet>
      <dgm:spPr/>
    </dgm:pt>
    <dgm:pt modelId="{CEFA1773-B46F-44AC-B48E-16748ECD8F6F}" type="pres">
      <dgm:prSet presAssocID="{0C053B6D-18F3-4B34-8254-506C1077FEBE}" presName="Name9" presStyleLbl="parChTrans1D2" presStyleIdx="1" presStyleCnt="4"/>
      <dgm:spPr/>
    </dgm:pt>
    <dgm:pt modelId="{7065D64D-503B-4E5B-BD99-8ED0CF042FD4}" type="pres">
      <dgm:prSet presAssocID="{0C053B6D-18F3-4B34-8254-506C1077FEBE}" presName="connTx" presStyleLbl="parChTrans1D2" presStyleIdx="1" presStyleCnt="4"/>
      <dgm:spPr/>
    </dgm:pt>
    <dgm:pt modelId="{75419E58-FC89-4CAE-AC20-9E2D2B4DE44E}" type="pres">
      <dgm:prSet presAssocID="{2772AB83-9E77-4D6A-B989-817C52FE3CA7}" presName="node" presStyleLbl="node1" presStyleIdx="1" presStyleCnt="4" custRadScaleRad="95567" custRadScaleInc="-47506">
        <dgm:presLayoutVars>
          <dgm:bulletEnabled val="1"/>
        </dgm:presLayoutVars>
      </dgm:prSet>
      <dgm:spPr/>
    </dgm:pt>
    <dgm:pt modelId="{638BB6EE-1BAC-49FB-8C44-6DF11048A657}" type="pres">
      <dgm:prSet presAssocID="{A70513B8-B62D-49EA-897B-2B0105B0E5E2}" presName="Name9" presStyleLbl="parChTrans1D2" presStyleIdx="2" presStyleCnt="4"/>
      <dgm:spPr/>
    </dgm:pt>
    <dgm:pt modelId="{2FC867E7-DE22-440A-B086-AA90EB17BB7F}" type="pres">
      <dgm:prSet presAssocID="{A70513B8-B62D-49EA-897B-2B0105B0E5E2}" presName="connTx" presStyleLbl="parChTrans1D2" presStyleIdx="2" presStyleCnt="4"/>
      <dgm:spPr/>
    </dgm:pt>
    <dgm:pt modelId="{BE5F9DC4-C5A5-4EC7-9528-CE0DF4A80D5D}" type="pres">
      <dgm:prSet presAssocID="{7ECE17E4-612E-4060-9305-8B63E69A4878}" presName="node" presStyleLbl="node1" presStyleIdx="2" presStyleCnt="4" custRadScaleRad="93399" custRadScaleInc="-95657">
        <dgm:presLayoutVars>
          <dgm:bulletEnabled val="1"/>
        </dgm:presLayoutVars>
      </dgm:prSet>
      <dgm:spPr/>
    </dgm:pt>
    <dgm:pt modelId="{5670F258-9077-48B9-8951-3AFC9763DA8D}" type="pres">
      <dgm:prSet presAssocID="{FEE67827-6C9F-4469-8791-8F26FC27E2E5}" presName="Name9" presStyleLbl="parChTrans1D2" presStyleIdx="3" presStyleCnt="4"/>
      <dgm:spPr/>
    </dgm:pt>
    <dgm:pt modelId="{DDB0F90D-24BA-4888-92E4-D812E770D9CB}" type="pres">
      <dgm:prSet presAssocID="{FEE67827-6C9F-4469-8791-8F26FC27E2E5}" presName="connTx" presStyleLbl="parChTrans1D2" presStyleIdx="3" presStyleCnt="4"/>
      <dgm:spPr/>
    </dgm:pt>
    <dgm:pt modelId="{2A08FCEF-1960-4F81-BECE-8AA1B565F7DC}" type="pres">
      <dgm:prSet presAssocID="{F311274C-542C-43F3-8585-8F0EB36657F9}" presName="node" presStyleLbl="node1" presStyleIdx="3" presStyleCnt="4" custRadScaleRad="87480" custRadScaleInc="37392">
        <dgm:presLayoutVars>
          <dgm:bulletEnabled val="1"/>
        </dgm:presLayoutVars>
      </dgm:prSet>
      <dgm:spPr/>
    </dgm:pt>
  </dgm:ptLst>
  <dgm:cxnLst>
    <dgm:cxn modelId="{A312E30D-A5B1-4B70-B201-6A725579D073}" type="presOf" srcId="{F311274C-542C-43F3-8585-8F0EB36657F9}" destId="{2A08FCEF-1960-4F81-BECE-8AA1B565F7DC}" srcOrd="0" destOrd="0" presId="urn:microsoft.com/office/officeart/2005/8/layout/radial1"/>
    <dgm:cxn modelId="{737C3414-FE62-41C3-A75C-FA48B6A596AC}" type="presOf" srcId="{A70513B8-B62D-49EA-897B-2B0105B0E5E2}" destId="{638BB6EE-1BAC-49FB-8C44-6DF11048A657}" srcOrd="0" destOrd="0" presId="urn:microsoft.com/office/officeart/2005/8/layout/radial1"/>
    <dgm:cxn modelId="{F1FE3C16-38E8-400A-99C2-E2EDEEF2819A}" srcId="{76356011-787F-43DC-A658-83F2BB60F0FE}" destId="{F311274C-542C-43F3-8585-8F0EB36657F9}" srcOrd="3" destOrd="0" parTransId="{FEE67827-6C9F-4469-8791-8F26FC27E2E5}" sibTransId="{A02CC45A-3689-46CE-B5AD-58D96B1DDFB3}"/>
    <dgm:cxn modelId="{4885592C-AF2F-4C58-AAE8-A7AB88035DC6}" type="presOf" srcId="{3E3E9A3A-E078-41D8-B83D-4C5751C225DC}" destId="{A4339F82-111C-4E18-A91D-F58A21AAE1F0}" srcOrd="0" destOrd="0" presId="urn:microsoft.com/office/officeart/2005/8/layout/radial1"/>
    <dgm:cxn modelId="{2AEE3531-80C4-4C36-A2B6-3C9AB8FE2350}" type="presOf" srcId="{7ECE17E4-612E-4060-9305-8B63E69A4878}" destId="{BE5F9DC4-C5A5-4EC7-9528-CE0DF4A80D5D}" srcOrd="0" destOrd="0" presId="urn:microsoft.com/office/officeart/2005/8/layout/radial1"/>
    <dgm:cxn modelId="{0B2BF53C-9B9B-4C0A-A265-D949E804E1EF}" type="presOf" srcId="{B5215CD4-14EE-4556-A2C7-CF4D4E477755}" destId="{9E9487C3-CE8C-4DD7-B79C-38C74E552AD6}" srcOrd="1" destOrd="0" presId="urn:microsoft.com/office/officeart/2005/8/layout/radial1"/>
    <dgm:cxn modelId="{2F386545-7CA9-4F05-87A3-4FDE0CEB44AA}" srcId="{3E3E9A3A-E078-41D8-B83D-4C5751C225DC}" destId="{76356011-787F-43DC-A658-83F2BB60F0FE}" srcOrd="0" destOrd="0" parTransId="{7F2AE14C-804E-4727-A219-B582105F2BA0}" sibTransId="{AD96FF19-77E2-40E4-B4D1-CC52414E79C9}"/>
    <dgm:cxn modelId="{D30BB245-5433-40C4-826E-21B357CA4AE3}" type="presOf" srcId="{A70513B8-B62D-49EA-897B-2B0105B0E5E2}" destId="{2FC867E7-DE22-440A-B086-AA90EB17BB7F}" srcOrd="1" destOrd="0" presId="urn:microsoft.com/office/officeart/2005/8/layout/radial1"/>
    <dgm:cxn modelId="{F1FA0F7A-2476-4ECE-94C7-BDCBB5A2EF3C}" type="presOf" srcId="{0C053B6D-18F3-4B34-8254-506C1077FEBE}" destId="{CEFA1773-B46F-44AC-B48E-16748ECD8F6F}" srcOrd="0" destOrd="0" presId="urn:microsoft.com/office/officeart/2005/8/layout/radial1"/>
    <dgm:cxn modelId="{44C58F83-9482-4E43-831D-23AD22F26EA7}" type="presOf" srcId="{FEE67827-6C9F-4469-8791-8F26FC27E2E5}" destId="{DDB0F90D-24BA-4888-92E4-D812E770D9CB}" srcOrd="1" destOrd="0" presId="urn:microsoft.com/office/officeart/2005/8/layout/radial1"/>
    <dgm:cxn modelId="{5DCB5289-55A4-4855-8442-466DFB15B9B5}" srcId="{76356011-787F-43DC-A658-83F2BB60F0FE}" destId="{7ECE17E4-612E-4060-9305-8B63E69A4878}" srcOrd="2" destOrd="0" parTransId="{A70513B8-B62D-49EA-897B-2B0105B0E5E2}" sibTransId="{035ED7F0-2E05-4DEF-8904-55A0FBC9C3E0}"/>
    <dgm:cxn modelId="{D7CA888E-880E-48BB-92EA-194DE0DB82A2}" type="presOf" srcId="{0C053B6D-18F3-4B34-8254-506C1077FEBE}" destId="{7065D64D-503B-4E5B-BD99-8ED0CF042FD4}" srcOrd="1" destOrd="0" presId="urn:microsoft.com/office/officeart/2005/8/layout/radial1"/>
    <dgm:cxn modelId="{26ED4BAC-A967-4CD1-85E2-3459FE60F002}" type="presOf" srcId="{2772AB83-9E77-4D6A-B989-817C52FE3CA7}" destId="{75419E58-FC89-4CAE-AC20-9E2D2B4DE44E}" srcOrd="0" destOrd="0" presId="urn:microsoft.com/office/officeart/2005/8/layout/radial1"/>
    <dgm:cxn modelId="{94FE5ABA-9772-46E0-8E65-8E8C610D8ABB}" srcId="{76356011-787F-43DC-A658-83F2BB60F0FE}" destId="{D21C0A95-B98E-4A26-83A8-594AF4430055}" srcOrd="0" destOrd="0" parTransId="{B5215CD4-14EE-4556-A2C7-CF4D4E477755}" sibTransId="{81B8EFF3-D427-437B-9717-354306E53068}"/>
    <dgm:cxn modelId="{643062E1-9A85-48DC-8155-3FCB002F0185}" type="presOf" srcId="{FEE67827-6C9F-4469-8791-8F26FC27E2E5}" destId="{5670F258-9077-48B9-8951-3AFC9763DA8D}" srcOrd="0" destOrd="0" presId="urn:microsoft.com/office/officeart/2005/8/layout/radial1"/>
    <dgm:cxn modelId="{A6712DE5-596A-47D1-9C26-1ECCC8C2022F}" type="presOf" srcId="{B5215CD4-14EE-4556-A2C7-CF4D4E477755}" destId="{7E2364CB-39AC-4399-A87F-5F72DA4B9265}" srcOrd="0" destOrd="0" presId="urn:microsoft.com/office/officeart/2005/8/layout/radial1"/>
    <dgm:cxn modelId="{9054E1E5-5ED1-4E8A-BEB8-2946C726DD92}" srcId="{76356011-787F-43DC-A658-83F2BB60F0FE}" destId="{2772AB83-9E77-4D6A-B989-817C52FE3CA7}" srcOrd="1" destOrd="0" parTransId="{0C053B6D-18F3-4B34-8254-506C1077FEBE}" sibTransId="{FAE4A9F9-055E-40ED-A8EF-B38DBFC9E8AD}"/>
    <dgm:cxn modelId="{467D55EC-CC13-4825-B674-8EE12D09ABC7}" type="presOf" srcId="{76356011-787F-43DC-A658-83F2BB60F0FE}" destId="{9A6F382E-7CAC-4ABA-B30A-E7FC426E89CA}" srcOrd="0" destOrd="0" presId="urn:microsoft.com/office/officeart/2005/8/layout/radial1"/>
    <dgm:cxn modelId="{D8743DF5-14D0-4C7A-AE7C-E915BCCAC261}" type="presOf" srcId="{D21C0A95-B98E-4A26-83A8-594AF4430055}" destId="{6F89F0AC-2FC1-47CD-96A7-FB3EE429CDB3}" srcOrd="0" destOrd="0" presId="urn:microsoft.com/office/officeart/2005/8/layout/radial1"/>
    <dgm:cxn modelId="{92FABB44-1A71-4892-AD39-C5C982F6092B}" type="presParOf" srcId="{A4339F82-111C-4E18-A91D-F58A21AAE1F0}" destId="{9A6F382E-7CAC-4ABA-B30A-E7FC426E89CA}" srcOrd="0" destOrd="0" presId="urn:microsoft.com/office/officeart/2005/8/layout/radial1"/>
    <dgm:cxn modelId="{8045EE43-206A-41DF-A6F5-248C38447308}" type="presParOf" srcId="{A4339F82-111C-4E18-A91D-F58A21AAE1F0}" destId="{7E2364CB-39AC-4399-A87F-5F72DA4B9265}" srcOrd="1" destOrd="0" presId="urn:microsoft.com/office/officeart/2005/8/layout/radial1"/>
    <dgm:cxn modelId="{43CB4EE8-75EA-4EB6-87FB-5CBDF974D78B}" type="presParOf" srcId="{7E2364CB-39AC-4399-A87F-5F72DA4B9265}" destId="{9E9487C3-CE8C-4DD7-B79C-38C74E552AD6}" srcOrd="0" destOrd="0" presId="urn:microsoft.com/office/officeart/2005/8/layout/radial1"/>
    <dgm:cxn modelId="{6F7D45BE-AEE9-4DF1-9F2C-91155EC25984}" type="presParOf" srcId="{A4339F82-111C-4E18-A91D-F58A21AAE1F0}" destId="{6F89F0AC-2FC1-47CD-96A7-FB3EE429CDB3}" srcOrd="2" destOrd="0" presId="urn:microsoft.com/office/officeart/2005/8/layout/radial1"/>
    <dgm:cxn modelId="{675F1D38-6D41-4B92-A5B2-EE89E110D437}" type="presParOf" srcId="{A4339F82-111C-4E18-A91D-F58A21AAE1F0}" destId="{CEFA1773-B46F-44AC-B48E-16748ECD8F6F}" srcOrd="3" destOrd="0" presId="urn:microsoft.com/office/officeart/2005/8/layout/radial1"/>
    <dgm:cxn modelId="{7BECB3C4-84C2-4678-BF78-9AB56B84F59F}" type="presParOf" srcId="{CEFA1773-B46F-44AC-B48E-16748ECD8F6F}" destId="{7065D64D-503B-4E5B-BD99-8ED0CF042FD4}" srcOrd="0" destOrd="0" presId="urn:microsoft.com/office/officeart/2005/8/layout/radial1"/>
    <dgm:cxn modelId="{02E467DE-883A-4939-993C-7D4DE528AE51}" type="presParOf" srcId="{A4339F82-111C-4E18-A91D-F58A21AAE1F0}" destId="{75419E58-FC89-4CAE-AC20-9E2D2B4DE44E}" srcOrd="4" destOrd="0" presId="urn:microsoft.com/office/officeart/2005/8/layout/radial1"/>
    <dgm:cxn modelId="{9FD594B7-4DEC-46BA-86FE-229D5C5B7FFF}" type="presParOf" srcId="{A4339F82-111C-4E18-A91D-F58A21AAE1F0}" destId="{638BB6EE-1BAC-49FB-8C44-6DF11048A657}" srcOrd="5" destOrd="0" presId="urn:microsoft.com/office/officeart/2005/8/layout/radial1"/>
    <dgm:cxn modelId="{36580F65-8743-4C27-80F6-0A6B42FF5C0C}" type="presParOf" srcId="{638BB6EE-1BAC-49FB-8C44-6DF11048A657}" destId="{2FC867E7-DE22-440A-B086-AA90EB17BB7F}" srcOrd="0" destOrd="0" presId="urn:microsoft.com/office/officeart/2005/8/layout/radial1"/>
    <dgm:cxn modelId="{73BF3742-8947-40B1-9364-9A13C02B2D42}" type="presParOf" srcId="{A4339F82-111C-4E18-A91D-F58A21AAE1F0}" destId="{BE5F9DC4-C5A5-4EC7-9528-CE0DF4A80D5D}" srcOrd="6" destOrd="0" presId="urn:microsoft.com/office/officeart/2005/8/layout/radial1"/>
    <dgm:cxn modelId="{7D93F8E4-2FC7-43E8-8963-783CF95A9914}" type="presParOf" srcId="{A4339F82-111C-4E18-A91D-F58A21AAE1F0}" destId="{5670F258-9077-48B9-8951-3AFC9763DA8D}" srcOrd="7" destOrd="0" presId="urn:microsoft.com/office/officeart/2005/8/layout/radial1"/>
    <dgm:cxn modelId="{3823926A-BF3B-4D44-9F67-0E8677FC6326}" type="presParOf" srcId="{5670F258-9077-48B9-8951-3AFC9763DA8D}" destId="{DDB0F90D-24BA-4888-92E4-D812E770D9CB}" srcOrd="0" destOrd="0" presId="urn:microsoft.com/office/officeart/2005/8/layout/radial1"/>
    <dgm:cxn modelId="{A5F5D3E4-A011-4EFF-9B0A-7AF280BAE1FE}" type="presParOf" srcId="{A4339F82-111C-4E18-A91D-F58A21AAE1F0}" destId="{2A08FCEF-1960-4F81-BECE-8AA1B565F7DC}" srcOrd="8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6F382E-7CAC-4ABA-B30A-E7FC426E89CA}">
      <dsp:nvSpPr>
        <dsp:cNvPr id="0" name=""/>
        <dsp:cNvSpPr/>
      </dsp:nvSpPr>
      <dsp:spPr>
        <a:xfrm>
          <a:off x="3317797" y="1963130"/>
          <a:ext cx="1492405" cy="149240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u-Arab-IQ" sz="2000" b="1" kern="1200">
              <a:solidFill>
                <a:schemeClr val="bg1"/>
              </a:solidFill>
            </a:rPr>
            <a:t>ژێدەرێن مەزاختنێ</a:t>
          </a:r>
          <a:endParaRPr lang="en-US" sz="2000" b="1" kern="1200" dirty="0">
            <a:solidFill>
              <a:schemeClr val="bg1"/>
            </a:solidFill>
          </a:endParaRPr>
        </a:p>
      </dsp:txBody>
      <dsp:txXfrm>
        <a:off x="3536355" y="2181688"/>
        <a:ext cx="1055289" cy="1055289"/>
      </dsp:txXfrm>
    </dsp:sp>
    <dsp:sp modelId="{7E2364CB-39AC-4399-A87F-5F72DA4B9265}">
      <dsp:nvSpPr>
        <dsp:cNvPr id="0" name=""/>
        <dsp:cNvSpPr/>
      </dsp:nvSpPr>
      <dsp:spPr>
        <a:xfrm rot="15272070">
          <a:off x="3520184" y="1711242"/>
          <a:ext cx="544479" cy="33050"/>
        </a:xfrm>
        <a:custGeom>
          <a:avLst/>
          <a:gdLst/>
          <a:ahLst/>
          <a:cxnLst/>
          <a:rect l="0" t="0" r="0" b="0"/>
          <a:pathLst>
            <a:path>
              <a:moveTo>
                <a:pt x="0" y="16525"/>
              </a:moveTo>
              <a:lnTo>
                <a:pt x="544479" y="16525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b="1" kern="1200">
            <a:solidFill>
              <a:schemeClr val="bg1"/>
            </a:solidFill>
          </a:endParaRPr>
        </a:p>
      </dsp:txBody>
      <dsp:txXfrm rot="10800000">
        <a:off x="3778812" y="1714156"/>
        <a:ext cx="27223" cy="27223"/>
      </dsp:txXfrm>
    </dsp:sp>
    <dsp:sp modelId="{6F89F0AC-2FC1-47CD-96A7-FB3EE429CDB3}">
      <dsp:nvSpPr>
        <dsp:cNvPr id="0" name=""/>
        <dsp:cNvSpPr/>
      </dsp:nvSpPr>
      <dsp:spPr>
        <a:xfrm>
          <a:off x="2774645" y="0"/>
          <a:ext cx="1492405" cy="149240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u-Arab-IQ" sz="2000" b="1" kern="1200">
              <a:solidFill>
                <a:schemeClr val="bg1"/>
              </a:solidFill>
            </a:rPr>
            <a:t>وەبەرهێنان</a:t>
          </a:r>
          <a:endParaRPr lang="en-US" sz="2000" b="1" kern="1200" dirty="0">
            <a:solidFill>
              <a:schemeClr val="bg1"/>
            </a:solidFill>
          </a:endParaRPr>
        </a:p>
      </dsp:txBody>
      <dsp:txXfrm>
        <a:off x="2993203" y="218558"/>
        <a:ext cx="1055289" cy="1055289"/>
      </dsp:txXfrm>
    </dsp:sp>
    <dsp:sp modelId="{CEFA1773-B46F-44AC-B48E-16748ECD8F6F}">
      <dsp:nvSpPr>
        <dsp:cNvPr id="0" name=""/>
        <dsp:cNvSpPr/>
      </dsp:nvSpPr>
      <dsp:spPr>
        <a:xfrm rot="20317338">
          <a:off x="4746302" y="2354264"/>
          <a:ext cx="365103" cy="33050"/>
        </a:xfrm>
        <a:custGeom>
          <a:avLst/>
          <a:gdLst/>
          <a:ahLst/>
          <a:cxnLst/>
          <a:rect l="0" t="0" r="0" b="0"/>
          <a:pathLst>
            <a:path>
              <a:moveTo>
                <a:pt x="0" y="16525"/>
              </a:moveTo>
              <a:lnTo>
                <a:pt x="365103" y="16525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b="1" kern="1200">
            <a:solidFill>
              <a:schemeClr val="bg1"/>
            </a:solidFill>
          </a:endParaRPr>
        </a:p>
      </dsp:txBody>
      <dsp:txXfrm>
        <a:off x="4919726" y="2361661"/>
        <a:ext cx="18255" cy="18255"/>
      </dsp:txXfrm>
    </dsp:sp>
    <dsp:sp modelId="{75419E58-FC89-4CAE-AC20-9E2D2B4DE44E}">
      <dsp:nvSpPr>
        <dsp:cNvPr id="0" name=""/>
        <dsp:cNvSpPr/>
      </dsp:nvSpPr>
      <dsp:spPr>
        <a:xfrm>
          <a:off x="5047505" y="1286042"/>
          <a:ext cx="1492405" cy="149240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u-Arab-IQ" sz="2000" b="1" kern="1200" dirty="0">
              <a:solidFill>
                <a:schemeClr val="bg1"/>
              </a:solidFill>
            </a:rPr>
            <a:t>مەزاختنێن میری</a:t>
          </a:r>
          <a:endParaRPr lang="en-US" sz="2000" b="1" kern="1200" dirty="0">
            <a:solidFill>
              <a:schemeClr val="bg1"/>
            </a:solidFill>
          </a:endParaRPr>
        </a:p>
      </dsp:txBody>
      <dsp:txXfrm>
        <a:off x="5266063" y="1504600"/>
        <a:ext cx="1055289" cy="1055289"/>
      </dsp:txXfrm>
    </dsp:sp>
    <dsp:sp modelId="{638BB6EE-1BAC-49FB-8C44-6DF11048A657}">
      <dsp:nvSpPr>
        <dsp:cNvPr id="0" name=""/>
        <dsp:cNvSpPr/>
      </dsp:nvSpPr>
      <dsp:spPr>
        <a:xfrm rot="2817261">
          <a:off x="4522085" y="3356153"/>
          <a:ext cx="322964" cy="33050"/>
        </a:xfrm>
        <a:custGeom>
          <a:avLst/>
          <a:gdLst/>
          <a:ahLst/>
          <a:cxnLst/>
          <a:rect l="0" t="0" r="0" b="0"/>
          <a:pathLst>
            <a:path>
              <a:moveTo>
                <a:pt x="0" y="16525"/>
              </a:moveTo>
              <a:lnTo>
                <a:pt x="322964" y="16525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b="1" kern="1200">
            <a:solidFill>
              <a:schemeClr val="bg1"/>
            </a:solidFill>
          </a:endParaRPr>
        </a:p>
      </dsp:txBody>
      <dsp:txXfrm>
        <a:off x="4675494" y="3364604"/>
        <a:ext cx="16148" cy="16148"/>
      </dsp:txXfrm>
    </dsp:sp>
    <dsp:sp modelId="{BE5F9DC4-C5A5-4EC7-9528-CE0DF4A80D5D}">
      <dsp:nvSpPr>
        <dsp:cNvPr id="0" name=""/>
        <dsp:cNvSpPr/>
      </dsp:nvSpPr>
      <dsp:spPr>
        <a:xfrm>
          <a:off x="4556934" y="3289821"/>
          <a:ext cx="1492405" cy="149240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u-Arab-IQ" sz="2000" b="1" kern="1200">
              <a:solidFill>
                <a:schemeClr val="bg1"/>
              </a:solidFill>
            </a:rPr>
            <a:t>پۆختێ مامەلەیێن ژدەرڤە</a:t>
          </a:r>
          <a:endParaRPr lang="en-US" sz="2000" b="1" kern="1200" dirty="0">
            <a:solidFill>
              <a:schemeClr val="bg1"/>
            </a:solidFill>
          </a:endParaRPr>
        </a:p>
      </dsp:txBody>
      <dsp:txXfrm>
        <a:off x="4775492" y="3508379"/>
        <a:ext cx="1055289" cy="1055289"/>
      </dsp:txXfrm>
    </dsp:sp>
    <dsp:sp modelId="{5670F258-9077-48B9-8951-3AFC9763DA8D}">
      <dsp:nvSpPr>
        <dsp:cNvPr id="0" name=""/>
        <dsp:cNvSpPr/>
      </dsp:nvSpPr>
      <dsp:spPr>
        <a:xfrm rot="11809584">
          <a:off x="3146277" y="2446709"/>
          <a:ext cx="207918" cy="33050"/>
        </a:xfrm>
        <a:custGeom>
          <a:avLst/>
          <a:gdLst/>
          <a:ahLst/>
          <a:cxnLst/>
          <a:rect l="0" t="0" r="0" b="0"/>
          <a:pathLst>
            <a:path>
              <a:moveTo>
                <a:pt x="0" y="16525"/>
              </a:moveTo>
              <a:lnTo>
                <a:pt x="207918" y="16525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000" b="1" kern="1200">
            <a:solidFill>
              <a:schemeClr val="bg1"/>
            </a:solidFill>
          </a:endParaRPr>
        </a:p>
      </dsp:txBody>
      <dsp:txXfrm rot="10800000">
        <a:off x="3245038" y="2458036"/>
        <a:ext cx="10395" cy="10395"/>
      </dsp:txXfrm>
    </dsp:sp>
    <dsp:sp modelId="{2A08FCEF-1960-4F81-BECE-8AA1B565F7DC}">
      <dsp:nvSpPr>
        <dsp:cNvPr id="0" name=""/>
        <dsp:cNvSpPr/>
      </dsp:nvSpPr>
      <dsp:spPr>
        <a:xfrm>
          <a:off x="1690270" y="1470933"/>
          <a:ext cx="1492405" cy="149240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u-Arab-IQ" sz="2000" b="1" kern="1200">
              <a:solidFill>
                <a:schemeClr val="bg1"/>
              </a:solidFill>
            </a:rPr>
            <a:t>بکاربرن</a:t>
          </a:r>
          <a:endParaRPr lang="en-US" sz="2000" b="1" kern="1200" dirty="0">
            <a:solidFill>
              <a:schemeClr val="bg1"/>
            </a:solidFill>
          </a:endParaRPr>
        </a:p>
      </dsp:txBody>
      <dsp:txXfrm>
        <a:off x="1908828" y="1689491"/>
        <a:ext cx="1055289" cy="10552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40410"/>
            <a:ext cx="10813067" cy="78383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998185"/>
            <a:ext cx="10813067" cy="54150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2974" y="1606318"/>
            <a:ext cx="11268845" cy="479145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ABAD28B-DD56-4B56-883A-96608C765E28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FC4771-5A22-2E68-AB04-0949D0A15B66}"/>
              </a:ext>
            </a:extLst>
          </p:cNvPr>
          <p:cNvCxnSpPr>
            <a:cxnSpLocks/>
          </p:cNvCxnSpPr>
          <p:nvPr/>
        </p:nvCxnSpPr>
        <p:spPr>
          <a:xfrm flipH="1">
            <a:off x="0" y="159971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AA95C5A-6D75-9E1D-C459-7F2022E84F55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ED5AC1-9F96-A868-7F45-523BF1A45E7C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0E1F764-5B01-7711-9CF1-7EA13A629701}"/>
              </a:ext>
            </a:extLst>
          </p:cNvPr>
          <p:cNvCxnSpPr>
            <a:cxnSpLocks/>
          </p:cNvCxnSpPr>
          <p:nvPr/>
        </p:nvCxnSpPr>
        <p:spPr>
          <a:xfrm flipH="1">
            <a:off x="0" y="639617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4302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60221"/>
            <a:ext cx="10515600" cy="13304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04291"/>
            <a:ext cx="10515600" cy="41726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76D044F-5574-D6D7-2A47-5069E411C22F}"/>
              </a:ext>
            </a:extLst>
          </p:cNvPr>
          <p:cNvCxnSpPr>
            <a:cxnSpLocks/>
          </p:cNvCxnSpPr>
          <p:nvPr/>
        </p:nvCxnSpPr>
        <p:spPr>
          <a:xfrm flipH="1">
            <a:off x="0" y="1825625"/>
            <a:ext cx="12210293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6870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2445" y="1480212"/>
            <a:ext cx="3849131" cy="2871351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2446" y="5410440"/>
            <a:ext cx="3849128" cy="106820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04414" cy="6859634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29501" y="6445997"/>
            <a:ext cx="295546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26650" y="6445997"/>
            <a:ext cx="135305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8BE003B-9AA9-5AAB-16A3-CC8CD5997AAA}"/>
              </a:ext>
            </a:extLst>
          </p:cNvPr>
          <p:cNvCxnSpPr>
            <a:cxnSpLocks/>
          </p:cNvCxnSpPr>
          <p:nvPr/>
        </p:nvCxnSpPr>
        <p:spPr>
          <a:xfrm flipH="1">
            <a:off x="7206802" y="5031087"/>
            <a:ext cx="498519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CBC2A1-BC50-27CD-C764-435FA7A59ABD}"/>
              </a:ext>
            </a:extLst>
          </p:cNvPr>
          <p:cNvCxnSpPr>
            <a:cxnSpLocks/>
          </p:cNvCxnSpPr>
          <p:nvPr/>
        </p:nvCxnSpPr>
        <p:spPr>
          <a:xfrm>
            <a:off x="720680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02992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6222" y="1246912"/>
            <a:ext cx="8919556" cy="3050766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1378" y="5345199"/>
            <a:ext cx="7289245" cy="118403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C4A186-7A3C-2849-F4A7-5B5565EB29E6}"/>
              </a:ext>
            </a:extLst>
          </p:cNvPr>
          <p:cNvCxnSpPr>
            <a:cxnSpLocks/>
          </p:cNvCxnSpPr>
          <p:nvPr/>
        </p:nvCxnSpPr>
        <p:spPr>
          <a:xfrm flipH="1">
            <a:off x="0" y="5016433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0C7E87E-EC44-47F9-6172-5EEA03DE5D87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46414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2D6AD5-6168-B411-89A9-90C82303B2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EC6DA0-2CB8-AFC5-DB06-AB9235983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38087"/>
            <a:ext cx="8932653" cy="3312544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 cap="all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16A9F-28B9-2207-66D3-D952EB7EC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-789870"/>
            <a:ext cx="10515600" cy="63835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3F77F-C41D-1011-B9F4-A5DE814F4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751081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CD507-925C-84B3-8F49-9F3B91209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3B4AE-32E8-CAFF-4A3C-6CBE4FFF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FA0DE8-9E4B-D747-CB64-14B8DEDC02EA}"/>
              </a:ext>
            </a:extLst>
          </p:cNvPr>
          <p:cNvCxnSpPr>
            <a:cxnSpLocks/>
          </p:cNvCxnSpPr>
          <p:nvPr/>
        </p:nvCxnSpPr>
        <p:spPr>
          <a:xfrm flipH="1">
            <a:off x="0" y="1367580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EB75EB-F27E-271A-C843-4096E1F19057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2334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02D18C4-A1A8-6CA4-B4A2-0E9791DC7F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22507" cy="1162632"/>
          </a:xfrm>
        </p:spPr>
        <p:txBody>
          <a:bodyPr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79085" y="2249592"/>
            <a:ext cx="6100623" cy="3787062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406B2-3637-5849-867E-A0ADC9D9DDA5}"/>
              </a:ext>
            </a:extLst>
          </p:cNvPr>
          <p:cNvCxnSpPr>
            <a:cxnSpLocks/>
          </p:cNvCxnSpPr>
          <p:nvPr/>
        </p:nvCxnSpPr>
        <p:spPr>
          <a:xfrm flipH="1">
            <a:off x="0" y="1822345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97825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0D0A563-F018-FFF1-B911-D69E42CEEA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30279" cy="1162632"/>
          </a:xfrm>
        </p:spPr>
        <p:txBody>
          <a:bodyPr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DA2B1BE-7DDF-C8B4-6A46-21B5A0257D0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8364" y="1830708"/>
            <a:ext cx="5321063" cy="456392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6552" y="2191025"/>
            <a:ext cx="5733156" cy="3894807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406B2-3637-5849-867E-A0ADC9D9DDA5}"/>
              </a:ext>
            </a:extLst>
          </p:cNvPr>
          <p:cNvCxnSpPr>
            <a:cxnSpLocks/>
          </p:cNvCxnSpPr>
          <p:nvPr/>
        </p:nvCxnSpPr>
        <p:spPr>
          <a:xfrm flipH="1">
            <a:off x="0" y="1822345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DD64E6-257D-65B2-D2A7-6A1002E1E580}"/>
              </a:ext>
            </a:extLst>
          </p:cNvPr>
          <p:cNvCxnSpPr>
            <a:cxnSpLocks/>
          </p:cNvCxnSpPr>
          <p:nvPr/>
        </p:nvCxnSpPr>
        <p:spPr>
          <a:xfrm>
            <a:off x="5321065" y="1822345"/>
            <a:ext cx="0" cy="5035655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09228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1299"/>
            <a:ext cx="3689927" cy="1486906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4515" y="2780147"/>
            <a:ext cx="6567049" cy="3359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5C1EC-3A2D-2E51-65A6-6155B3776C4A}"/>
              </a:ext>
            </a:extLst>
          </p:cNvPr>
          <p:cNvCxnSpPr>
            <a:cxnSpLocks/>
          </p:cNvCxnSpPr>
          <p:nvPr/>
        </p:nvCxnSpPr>
        <p:spPr>
          <a:xfrm flipH="1">
            <a:off x="0" y="239797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97FEE4-9B7E-CE58-4AA3-EC6E3E1861F3}"/>
              </a:ext>
            </a:extLst>
          </p:cNvPr>
          <p:cNvCxnSpPr>
            <a:cxnSpLocks/>
          </p:cNvCxnSpPr>
          <p:nvPr/>
        </p:nvCxnSpPr>
        <p:spPr>
          <a:xfrm>
            <a:off x="4469245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71776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0">
          <p15:clr>
            <a:srgbClr val="FBAE40"/>
          </p15:clr>
        </p15:guide>
        <p15:guide id="4" pos="2928">
          <p15:clr>
            <a:srgbClr val="FBAE40"/>
          </p15:clr>
        </p15:guide>
        <p15:guide id="5" pos="47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0473"/>
            <a:ext cx="3664107" cy="3864052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0349" y="720473"/>
            <a:ext cx="6309360" cy="5303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6AC6891-86BE-FF41-E94E-AB97BFFB2322}"/>
              </a:ext>
            </a:extLst>
          </p:cNvPr>
          <p:cNvCxnSpPr>
            <a:cxnSpLocks/>
          </p:cNvCxnSpPr>
          <p:nvPr/>
        </p:nvCxnSpPr>
        <p:spPr>
          <a:xfrm>
            <a:off x="464346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51E503-5C8D-3CDA-5CC2-A56B4F2A619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85734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1995" y="559483"/>
            <a:ext cx="6825541" cy="100965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421943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1994" y="2083837"/>
            <a:ext cx="6825545" cy="4032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81144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423739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4425535" y="1810995"/>
            <a:ext cx="7750205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330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2644" y="669386"/>
            <a:ext cx="7231413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994" y="-5468"/>
            <a:ext cx="4011836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2644" y="1812385"/>
            <a:ext cx="7231407" cy="4423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40801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00921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33706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0728"/>
            <a:ext cx="7281067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3728"/>
            <a:ext cx="7281061" cy="4423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5489" y="-6369"/>
            <a:ext cx="3996512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818828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39510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8485"/>
            <a:ext cx="6369370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1484"/>
            <a:ext cx="6360897" cy="42921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77100" y="-8466"/>
            <a:ext cx="4914895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727000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5456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8145"/>
            <a:ext cx="4000497" cy="16797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72880"/>
            <a:ext cx="4000497" cy="3789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53323" y="0"/>
            <a:ext cx="7338676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40005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849331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07788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9922" y="458144"/>
            <a:ext cx="3909536" cy="14858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68396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9922" y="2463789"/>
            <a:ext cx="3909534" cy="35610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67EAFE-BA64-2156-9780-AA400F6F3026}"/>
              </a:ext>
            </a:extLst>
          </p:cNvPr>
          <p:cNvCxnSpPr>
            <a:cxnSpLocks/>
          </p:cNvCxnSpPr>
          <p:nvPr/>
        </p:nvCxnSpPr>
        <p:spPr>
          <a:xfrm>
            <a:off x="727134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F2342-86AA-3EA4-EB3B-2DB8D68315E6}"/>
              </a:ext>
            </a:extLst>
          </p:cNvPr>
          <p:cNvCxnSpPr>
            <a:cxnSpLocks/>
          </p:cNvCxnSpPr>
          <p:nvPr/>
        </p:nvCxnSpPr>
        <p:spPr>
          <a:xfrm flipH="1">
            <a:off x="7227420" y="2212509"/>
            <a:ext cx="493532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06262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959530"/>
            <a:ext cx="3512409" cy="219986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B441162-7125-E1E0-1B82-FCC1AB8422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57" y="-1"/>
            <a:ext cx="12192000" cy="364897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3613" y="3959529"/>
            <a:ext cx="7011183" cy="23695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1" y="6445997"/>
            <a:ext cx="354329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FF81FBD-8D67-B5E4-E22E-74E98EF89F80}"/>
              </a:ext>
            </a:extLst>
          </p:cNvPr>
          <p:cNvCxnSpPr>
            <a:cxnSpLocks/>
          </p:cNvCxnSpPr>
          <p:nvPr/>
        </p:nvCxnSpPr>
        <p:spPr>
          <a:xfrm>
            <a:off x="4290210" y="3648976"/>
            <a:ext cx="0" cy="3209024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92870-1B48-2935-21E8-3BC6F474C661}"/>
              </a:ext>
            </a:extLst>
          </p:cNvPr>
          <p:cNvCxnSpPr>
            <a:cxnSpLocks/>
          </p:cNvCxnSpPr>
          <p:nvPr/>
        </p:nvCxnSpPr>
        <p:spPr>
          <a:xfrm flipH="1">
            <a:off x="-857" y="3654706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82160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77072"/>
            <a:ext cx="4958078" cy="122548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842182"/>
            <a:ext cx="5758172" cy="454645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142" y="377072"/>
            <a:ext cx="5558655" cy="57974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575817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1842182"/>
            <a:ext cx="5758174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89680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407360"/>
            <a:ext cx="3543299" cy="173282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66598"/>
            <a:ext cx="4460008" cy="3601433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2635" y="788704"/>
            <a:ext cx="6730614" cy="5385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5433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4068031"/>
            <a:ext cx="446000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446000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D58D1-F636-9620-582E-41FBB707092B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7396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91F6A87-CC7B-D4BD-1F6A-C3948971C3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8720" y="5264780"/>
            <a:ext cx="9811512" cy="109728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10000"/>
              </a:lnSpc>
              <a:defRPr lang="en-US" sz="2800" cap="all" spc="100" baseline="0" dirty="0">
                <a:solidFill>
                  <a:schemeClr val="tx2">
                    <a:lumMod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676656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5ADE133-B5D6-A1C0-6BC9-C723D008EC0E}"/>
              </a:ext>
            </a:extLst>
          </p:cNvPr>
          <p:cNvCxnSpPr>
            <a:cxnSpLocks/>
          </p:cNvCxnSpPr>
          <p:nvPr/>
        </p:nvCxnSpPr>
        <p:spPr>
          <a:xfrm flipH="1">
            <a:off x="0" y="501866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8333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FB4D75-C478-D736-9A5A-B64DEA2410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93103" y="1493520"/>
            <a:ext cx="8805794" cy="39116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5400" b="0">
                <a:solidFill>
                  <a:schemeClr val="tx2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4800" b="0">
                <a:solidFill>
                  <a:schemeClr val="tx2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4400" b="0">
                <a:solidFill>
                  <a:schemeClr val="tx2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4000" b="0">
                <a:solidFill>
                  <a:schemeClr val="tx2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36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547212-589F-3A5C-2FF7-4E576B86E3A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E2472-A2D0-B3C4-1592-E709B2EC9AD6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F95E0B8-C6C3-8095-D53F-FB618E39D7CE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AD2DF78-237E-1E21-906C-273460F55F55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0292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47DCC75-46A1-9953-9459-89672E9805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2100" y="5549186"/>
            <a:ext cx="9199563" cy="6531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 cap="all" spc="100" baseline="0">
                <a:solidFill>
                  <a:schemeClr val="accent4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36EB602-83B2-B4EE-7805-FB94B774766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562100" y="823913"/>
            <a:ext cx="9199563" cy="3614737"/>
          </a:xfrm>
        </p:spPr>
        <p:txBody>
          <a:bodyPr anchor="ctr">
            <a:normAutofit/>
          </a:bodyPr>
          <a:lstStyle>
            <a:lvl1pPr marL="182880" indent="-182880">
              <a:buNone/>
              <a:defRPr sz="400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1338F2-C5CE-45A7-7748-138B348BA1E7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4CFB94-8AB3-65DB-0B12-EC4F7DAAEBF7}"/>
              </a:ext>
            </a:extLst>
          </p:cNvPr>
          <p:cNvCxnSpPr>
            <a:cxnSpLocks/>
          </p:cNvCxnSpPr>
          <p:nvPr/>
        </p:nvCxnSpPr>
        <p:spPr>
          <a:xfrm flipH="1">
            <a:off x="0" y="504372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68077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27BF6-CDFA-AAF4-F7FD-F4F8D06FF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5309"/>
            <a:ext cx="11277600" cy="914400"/>
          </a:xfrm>
        </p:spPr>
        <p:txBody>
          <a:bodyPr anchor="ctr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AB1904-05A3-AF54-90B7-8B4E5E9BFC6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5613" y="1677988"/>
            <a:ext cx="5181600" cy="4498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D15555F-2C1E-04D7-CE37-D06ABFB568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3200" y="1677988"/>
            <a:ext cx="5180013" cy="449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08197-F703-726D-4372-C7520052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FAA39-5E1E-3A94-5A04-C36BA19E3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E80595-19B6-01B9-FCF5-F94B0C1BB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C5098A-8A29-951C-ABCF-B4C329C3A94F}"/>
              </a:ext>
            </a:extLst>
          </p:cNvPr>
          <p:cNvCxnSpPr>
            <a:cxnSpLocks/>
          </p:cNvCxnSpPr>
          <p:nvPr/>
        </p:nvCxnSpPr>
        <p:spPr>
          <a:xfrm>
            <a:off x="6096000" y="1362719"/>
            <a:ext cx="0" cy="5490348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4A1D01-2B46-73F0-8DC7-926AA95F7DFC}"/>
              </a:ext>
            </a:extLst>
          </p:cNvPr>
          <p:cNvCxnSpPr>
            <a:cxnSpLocks/>
          </p:cNvCxnSpPr>
          <p:nvPr/>
        </p:nvCxnSpPr>
        <p:spPr>
          <a:xfrm flipH="1">
            <a:off x="0" y="1362719"/>
            <a:ext cx="12200040" cy="0"/>
          </a:xfrm>
          <a:prstGeom prst="line">
            <a:avLst/>
          </a:prstGeom>
          <a:ln w="9525">
            <a:solidFill>
              <a:srgbClr val="616867">
                <a:alpha val="4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8724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F27A1-B3E2-4312-9475-76586DB13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6838"/>
            <a:ext cx="11274552" cy="914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D6984-5D8F-6F35-3DC2-352D46E75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475623"/>
            <a:ext cx="5184648" cy="676690"/>
          </a:xfrm>
        </p:spPr>
        <p:txBody>
          <a:bodyPr anchor="ctr">
            <a:normAutofit/>
          </a:bodyPr>
          <a:lstStyle>
            <a:lvl1pPr marL="0" indent="0">
              <a:buNone/>
              <a:defRPr sz="1800" b="0" cap="all" spc="16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CD5136-48A0-D788-8CE2-627309A00EC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522538"/>
            <a:ext cx="5178425" cy="380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07CEA6-7FDB-2A72-485B-D38A79C182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56248" y="1475622"/>
            <a:ext cx="5184648" cy="676690"/>
          </a:xfrm>
        </p:spPr>
        <p:txBody>
          <a:bodyPr anchor="ctr">
            <a:normAutofit/>
          </a:bodyPr>
          <a:lstStyle>
            <a:lvl1pPr marL="0" indent="0">
              <a:buNone/>
              <a:defRPr sz="1800" b="0" cap="all" spc="16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C4D723F-4492-3B3B-CE74-0959714EEB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6375" y="2522538"/>
            <a:ext cx="5175249" cy="380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FA108E0-63AE-4B5C-404F-AD0FEC4AB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2E2EB77-3CF8-CDC9-D0D4-1AC07FC53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918C09E-FCA3-F1F6-7408-40D98FCE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4F547E-1AC1-2FFD-3E17-DC3F25B07823}"/>
              </a:ext>
            </a:extLst>
          </p:cNvPr>
          <p:cNvCxnSpPr>
            <a:cxnSpLocks/>
          </p:cNvCxnSpPr>
          <p:nvPr/>
        </p:nvCxnSpPr>
        <p:spPr>
          <a:xfrm>
            <a:off x="6096000" y="1362719"/>
            <a:ext cx="0" cy="5490348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95E25D-D4B1-2002-F8AB-8B987C1683D9}"/>
              </a:ext>
            </a:extLst>
          </p:cNvPr>
          <p:cNvCxnSpPr>
            <a:cxnSpLocks/>
          </p:cNvCxnSpPr>
          <p:nvPr/>
        </p:nvCxnSpPr>
        <p:spPr>
          <a:xfrm flipH="1">
            <a:off x="0" y="226812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35EA16-C700-BA75-F075-2E4BC3EAFBE2}"/>
              </a:ext>
            </a:extLst>
          </p:cNvPr>
          <p:cNvCxnSpPr>
            <a:cxnSpLocks/>
          </p:cNvCxnSpPr>
          <p:nvPr/>
        </p:nvCxnSpPr>
        <p:spPr>
          <a:xfrm flipH="1">
            <a:off x="0" y="1362719"/>
            <a:ext cx="12200040" cy="0"/>
          </a:xfrm>
          <a:prstGeom prst="line">
            <a:avLst/>
          </a:prstGeom>
          <a:ln w="9525">
            <a:solidFill>
              <a:srgbClr val="616867">
                <a:alpha val="4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0071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552C1-DD73-A90F-46E0-33A4D5580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8F8C10-87B8-01D2-2FEE-DAC41B9CF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25E57E-7F73-3825-2158-80859BAD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634BF-792D-AC8C-B0E0-49226340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4697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51370D-0A93-44DD-E049-EF3265B73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FF00A2-5853-30A7-62F5-7C7CB5A22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E97DA-A7DF-E3FF-8937-F6A36D17F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1795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319627-2791-E32D-91B0-857B27F822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4473"/>
            <a:ext cx="11122508" cy="1993399"/>
          </a:xfrm>
        </p:spPr>
        <p:txBody>
          <a:bodyPr anchor="b">
            <a:norm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3528206"/>
            <a:ext cx="11122509" cy="275425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128EF9-7F8A-2F1B-41F7-2CA02A35CCA7}"/>
              </a:ext>
            </a:extLst>
          </p:cNvPr>
          <p:cNvCxnSpPr>
            <a:cxnSpLocks/>
          </p:cNvCxnSpPr>
          <p:nvPr/>
        </p:nvCxnSpPr>
        <p:spPr>
          <a:xfrm flipH="1">
            <a:off x="0" y="3191402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85380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7CD7571-736E-B4CB-34E0-C8B31B5A98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4473"/>
            <a:ext cx="6768193" cy="1993399"/>
          </a:xfrm>
        </p:spPr>
        <p:txBody>
          <a:bodyPr anchor="b">
            <a:norm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3528206"/>
            <a:ext cx="6768193" cy="179489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128EF9-7F8A-2F1B-41F7-2CA02A35CCA7}"/>
              </a:ext>
            </a:extLst>
          </p:cNvPr>
          <p:cNvCxnSpPr>
            <a:cxnSpLocks/>
          </p:cNvCxnSpPr>
          <p:nvPr/>
        </p:nvCxnSpPr>
        <p:spPr>
          <a:xfrm flipH="1">
            <a:off x="0" y="3191402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56981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57148D-D60C-3359-4AC2-15A43E221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1"/>
            <a:ext cx="10515600" cy="11572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8731C-FCAE-A05A-5A11-57005B86A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52E70-B2DF-717F-6373-70A688FAD8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445997"/>
            <a:ext cx="39493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215E5-6146-14C5-665E-EF04630DCB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8FA3A-8706-3F4B-41CC-B024431F62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212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44" r:id="rId9"/>
    <p:sldLayoutId id="2147483945" r:id="rId10"/>
    <p:sldLayoutId id="2147483946" r:id="rId11"/>
    <p:sldLayoutId id="2147483947" r:id="rId12"/>
    <p:sldLayoutId id="2147483948" r:id="rId13"/>
    <p:sldLayoutId id="2147483949" r:id="rId14"/>
    <p:sldLayoutId id="2147483950" r:id="rId15"/>
    <p:sldLayoutId id="2147483951" r:id="rId16"/>
    <p:sldLayoutId id="2147483952" r:id="rId17"/>
    <p:sldLayoutId id="2147483953" r:id="rId18"/>
    <p:sldLayoutId id="2147483954" r:id="rId19"/>
    <p:sldLayoutId id="2147483955" r:id="rId20"/>
    <p:sldLayoutId id="2147483956" r:id="rId21"/>
    <p:sldLayoutId id="2147483957" r:id="rId22"/>
    <p:sldLayoutId id="2147483958" r:id="rId23"/>
    <p:sldLayoutId id="2147483959" r:id="rId24"/>
    <p:sldLayoutId id="2147483960" r:id="rId25"/>
    <p:sldLayoutId id="2147483961" r:id="rId26"/>
    <p:sldLayoutId id="2147483962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08">
          <p15:clr>
            <a:srgbClr val="F26B43"/>
          </p15:clr>
        </p15:guide>
        <p15:guide id="3" pos="4872">
          <p15:clr>
            <a:srgbClr val="F26B43"/>
          </p15:clr>
        </p15:guide>
        <p15:guide id="4" pos="5160">
          <p15:clr>
            <a:srgbClr val="F26B43"/>
          </p15:clr>
        </p15:guide>
        <p15:guide id="5" pos="2520">
          <p15:clr>
            <a:srgbClr val="F26B43"/>
          </p15:clr>
        </p15:guide>
        <p15:guide id="6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ABC2227-A1BB-1CC8-C991-A0A44A1945D4}"/>
              </a:ext>
            </a:extLst>
          </p:cNvPr>
          <p:cNvGrpSpPr/>
          <p:nvPr/>
        </p:nvGrpSpPr>
        <p:grpSpPr>
          <a:xfrm>
            <a:off x="2271444" y="2223812"/>
            <a:ext cx="7649112" cy="2410376"/>
            <a:chOff x="2271444" y="2497976"/>
            <a:chExt cx="7649112" cy="241037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8DACF6A-46EE-F040-0B54-D121698CDAED}"/>
                </a:ext>
              </a:extLst>
            </p:cNvPr>
            <p:cNvSpPr txBox="1"/>
            <p:nvPr/>
          </p:nvSpPr>
          <p:spPr>
            <a:xfrm flipH="1">
              <a:off x="3384698" y="2497976"/>
              <a:ext cx="5422604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500" b="1" dirty="0">
                  <a:solidFill>
                    <a:srgbClr val="002060"/>
                  </a:solidFill>
                  <a:latin typeface="Castellar" panose="020A0402060406010301" pitchFamily="18" charset="0"/>
                </a:rPr>
                <a:t>Muri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730BBDE-2C8C-4191-509E-2C9889B2290F}"/>
                </a:ext>
              </a:extLst>
            </p:cNvPr>
            <p:cNvSpPr txBox="1"/>
            <p:nvPr/>
          </p:nvSpPr>
          <p:spPr>
            <a:xfrm flipH="1">
              <a:off x="2271444" y="3985022"/>
              <a:ext cx="764911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u-Arab-IQ" sz="5400" b="1" dirty="0">
                  <a:solidFill>
                    <a:srgbClr val="002060"/>
                  </a:solidFill>
                  <a:latin typeface="Castellar" panose="020A0402060406010301" pitchFamily="18" charset="0"/>
                </a:rPr>
                <a:t>گەوهەرێ زانیاریان</a:t>
              </a:r>
              <a:endParaRPr lang="en-US" sz="5400" b="1" dirty="0">
                <a:solidFill>
                  <a:srgbClr val="002060"/>
                </a:solidFill>
                <a:latin typeface="Castellar" panose="020A0402060406010301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68218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9E70BB0-8797-2F23-9BDC-3AB5ED6BFA54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ku-Arab-IQ" sz="3200" b="1" dirty="0">
                <a:solidFill>
                  <a:schemeClr val="bg1"/>
                </a:solidFill>
              </a:rPr>
              <a:t>سێ رێکێن سەرەکی هەنە بو پیڤان و هژمارتنا داهاتێ نەتەوەیی ئەوژیك ئەڤەنە:-</a:t>
            </a:r>
          </a:p>
          <a:p>
            <a:pPr algn="r" rtl="1"/>
            <a:endParaRPr lang="ku-Arab-IQ" sz="3200" b="1" dirty="0">
              <a:solidFill>
                <a:schemeClr val="bg1"/>
              </a:solidFill>
            </a:endParaRPr>
          </a:p>
          <a:p>
            <a:pPr algn="r" rtl="1"/>
            <a:r>
              <a:rPr lang="ku-Arab-IQ" sz="3200" b="1" dirty="0">
                <a:solidFill>
                  <a:schemeClr val="bg1"/>
                </a:solidFill>
              </a:rPr>
              <a:t>ئێك: رێکا بهایێ زێدە دانای | بهایێ شمەکێن تمام</a:t>
            </a:r>
          </a:p>
          <a:p>
            <a:pPr algn="r" rtl="1"/>
            <a:endParaRPr lang="ku-Arab-IQ" sz="3200" b="1" dirty="0">
              <a:solidFill>
                <a:schemeClr val="bg1"/>
              </a:solidFill>
            </a:endParaRPr>
          </a:p>
          <a:p>
            <a:pPr algn="r" rtl="1"/>
            <a:r>
              <a:rPr lang="ku-Arab-IQ" sz="3200" b="1" dirty="0">
                <a:solidFill>
                  <a:schemeClr val="bg1"/>
                </a:solidFill>
              </a:rPr>
              <a:t>دوو: رێکا مەزاختنێ </a:t>
            </a:r>
          </a:p>
          <a:p>
            <a:pPr algn="r" rtl="1"/>
            <a:endParaRPr lang="ku-Arab-IQ" sz="3200" b="1" dirty="0">
              <a:solidFill>
                <a:schemeClr val="bg1"/>
              </a:solidFill>
            </a:endParaRPr>
          </a:p>
          <a:p>
            <a:pPr algn="r" rtl="1"/>
            <a:r>
              <a:rPr lang="ku-Arab-IQ" sz="3200" b="1" dirty="0">
                <a:solidFill>
                  <a:schemeClr val="bg1"/>
                </a:solidFill>
              </a:rPr>
              <a:t>سێ: رێکا داهاتێن دەستکەفتی یان پاداشتێن بنەمایێن بەرهەمئینانێ</a:t>
            </a:r>
            <a:endParaRPr lang="ku-Arab-IQ" sz="2800" b="1" dirty="0">
              <a:solidFill>
                <a:schemeClr val="bg1"/>
              </a:solidFill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F60ABB2-936B-FD28-CDF2-F60CF798B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4622" y="0"/>
            <a:ext cx="6567377" cy="744391"/>
          </a:xfrm>
          <a:prstGeom prst="round2DiagRect">
            <a:avLst>
              <a:gd name="adj1" fmla="val 10954"/>
              <a:gd name="adj2" fmla="val 0"/>
            </a:avLst>
          </a:prstGeom>
          <a:solidFill>
            <a:srgbClr val="FFC000"/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algn="r"/>
            <a:r>
              <a:rPr lang="ku-Arab-IQ" sz="4000" b="1" dirty="0">
                <a:solidFill>
                  <a:sysClr val="windowText" lastClr="000000"/>
                </a:solidFill>
              </a:rPr>
              <a:t>رێکێن حسابکرنا داهاتێ نەتەوەیی</a:t>
            </a:r>
            <a:endParaRPr lang="en-US" sz="4000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37090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wipe/>
      </p:transition>
    </mc:Choice>
    <mc:Fallback>
      <p:transition spd="slow">
        <p:wip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9D530-C4CE-D6CC-DD72-CC41A6314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8B7E006-9231-6322-9792-0FA56B3C42E4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r" rtl="1">
              <a:buFont typeface="Arial" panose="020B0604020202020204" pitchFamily="34" charset="0"/>
              <a:buChar char="•"/>
            </a:pPr>
            <a:endParaRPr lang="ku-Arab-IQ" sz="2800" b="1" dirty="0">
              <a:solidFill>
                <a:schemeClr val="bg1"/>
              </a:solidFill>
            </a:endParaRPr>
          </a:p>
          <a:p>
            <a:pPr marL="457200" indent="-457200" algn="r" rtl="1">
              <a:buFont typeface="Arial" panose="020B0604020202020204" pitchFamily="34" charset="0"/>
              <a:buChar char="•"/>
            </a:pPr>
            <a:endParaRPr lang="ku-Arab-IQ" sz="2800" b="1" dirty="0">
              <a:solidFill>
                <a:schemeClr val="bg1"/>
              </a:solidFill>
            </a:endParaRPr>
          </a:p>
          <a:p>
            <a:pPr marL="457200" indent="-457200" algn="r" rtl="1">
              <a:buFont typeface="Arial" panose="020B0604020202020204" pitchFamily="34" charset="0"/>
              <a:buChar char="•"/>
            </a:pPr>
            <a:endParaRPr lang="ku-Arab-IQ" sz="2800" b="1" dirty="0">
              <a:solidFill>
                <a:schemeClr val="bg1"/>
              </a:solidFill>
            </a:endParaRPr>
          </a:p>
          <a:p>
            <a:pPr algn="r" rtl="1"/>
            <a:r>
              <a:rPr lang="ku-Arab-IQ" sz="2800" b="1" dirty="0">
                <a:solidFill>
                  <a:schemeClr val="bg1"/>
                </a:solidFill>
              </a:rPr>
              <a:t>ئەڤ رێکە بۆ دیارکرنا داهاتێ نەتەوەیی پشت ب هژماردنا هەمی مەزاختیان گرێددەت چ مەزاختنێن بکاربرنێ بن یان مەزاختنێن وەبەرهێنانێ بن دماوی وێ سالێدا ئەڤ رێکە پشت ب چوار ژێدەرێن سەرەکی یێن مەزاختنێ گرێددەت کو ئەڤەنە : </a:t>
            </a:r>
          </a:p>
          <a:p>
            <a:pPr algn="r" rtl="1"/>
            <a:endParaRPr lang="ku-Arab-IQ" sz="2800" b="1" dirty="0">
              <a:solidFill>
                <a:schemeClr val="bg1"/>
              </a:solidFill>
            </a:endParaRPr>
          </a:p>
          <a:p>
            <a:pPr marL="514350" indent="-514350" algn="r" rtl="1">
              <a:buFont typeface="+mj-lt"/>
              <a:buAutoNum type="arabicPeriod"/>
            </a:pPr>
            <a:r>
              <a:rPr lang="ku-Arab-IQ" sz="2800" b="1" dirty="0">
                <a:solidFill>
                  <a:schemeClr val="bg1"/>
                </a:solidFill>
              </a:rPr>
              <a:t>مەزاختنێن بکاربرنا کەسان یان خێزان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ku-Arab-IQ" sz="2800" b="1" dirty="0">
                <a:solidFill>
                  <a:schemeClr val="bg1"/>
                </a:solidFill>
              </a:rPr>
              <a:t>مەزاختنێن وەبەرهێنانا تایبەت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ku-Arab-IQ" sz="2800" b="1" dirty="0">
                <a:solidFill>
                  <a:schemeClr val="bg1"/>
                </a:solidFill>
              </a:rPr>
              <a:t>مەزاختنێن حکوموتێ | میری 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ku-Arab-IQ" sz="2800" b="1" dirty="0">
                <a:solidFill>
                  <a:schemeClr val="bg1"/>
                </a:solidFill>
              </a:rPr>
              <a:t>پۆختێ مامەلەیێن ژدەرڤە یان دبێژنێ | پۆختێ بازرگانیا ژدەرڤە   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3F178F1-4043-E0FC-6D4A-5311EF429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4622" y="0"/>
            <a:ext cx="6567377" cy="744391"/>
          </a:xfrm>
          <a:prstGeom prst="round2DiagRect">
            <a:avLst>
              <a:gd name="adj1" fmla="val 10954"/>
              <a:gd name="adj2" fmla="val 0"/>
            </a:avLst>
          </a:prstGeom>
          <a:solidFill>
            <a:srgbClr val="FFC000"/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algn="r"/>
            <a:r>
              <a:rPr lang="ku-Arab-IQ" sz="4000" b="1" dirty="0">
                <a:solidFill>
                  <a:sysClr val="windowText" lastClr="000000"/>
                </a:solidFill>
              </a:rPr>
              <a:t>رێکێن حسابکرنا داهاتێ نەتەوەیی</a:t>
            </a:r>
            <a:endParaRPr lang="en-US" sz="4000" b="1" dirty="0">
              <a:solidFill>
                <a:sysClr val="windowText" lastClr="000000"/>
              </a:solidFill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29A56416-CC81-DCC0-C23D-2C1C0EC46FF2}"/>
              </a:ext>
            </a:extLst>
          </p:cNvPr>
          <p:cNvSpPr txBox="1">
            <a:spLocks/>
          </p:cNvSpPr>
          <p:nvPr/>
        </p:nvSpPr>
        <p:spPr>
          <a:xfrm>
            <a:off x="9027041" y="1407041"/>
            <a:ext cx="3047998" cy="744391"/>
          </a:xfrm>
          <a:prstGeom prst="round2DiagRect">
            <a:avLst>
              <a:gd name="adj1" fmla="val 10954"/>
              <a:gd name="adj2" fmla="val 0"/>
            </a:avLst>
          </a:prstGeom>
          <a:solidFill>
            <a:schemeClr val="accent2"/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u-Arab-IQ" sz="4000" b="1" dirty="0">
                <a:solidFill>
                  <a:schemeClr val="bg1"/>
                </a:solidFill>
              </a:rPr>
              <a:t>رێکا مەزاختنێ</a:t>
            </a:r>
            <a:endParaRPr lang="en-US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97309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wipe/>
      </p:transition>
    </mc:Choice>
    <mc:Fallback>
      <p:transition spd="slow">
        <p:wip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FAC40-DB66-FEFA-5CF6-0F5BD249E4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A7518A7-1EF2-5CDB-6455-A5253ECC6DB3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r" rtl="1">
              <a:buFont typeface="Arial" panose="020B0604020202020204" pitchFamily="34" charset="0"/>
              <a:buChar char="•"/>
            </a:pPr>
            <a:endParaRPr lang="ku-Arab-IQ" sz="2800" b="1" dirty="0">
              <a:solidFill>
                <a:schemeClr val="bg1"/>
              </a:solidFill>
            </a:endParaRPr>
          </a:p>
          <a:p>
            <a:pPr marL="457200" indent="-457200" algn="r" rtl="1">
              <a:buFont typeface="Arial" panose="020B0604020202020204" pitchFamily="34" charset="0"/>
              <a:buChar char="•"/>
            </a:pPr>
            <a:endParaRPr lang="ku-Arab-IQ" sz="2800" b="1" dirty="0">
              <a:solidFill>
                <a:schemeClr val="bg1"/>
              </a:solidFill>
            </a:endParaRPr>
          </a:p>
          <a:p>
            <a:pPr algn="r" rtl="1"/>
            <a:r>
              <a:rPr lang="ar-SY" sz="2800" b="1" dirty="0">
                <a:solidFill>
                  <a:schemeClr val="bg1"/>
                </a:solidFill>
              </a:rPr>
              <a:t>1- </a:t>
            </a:r>
            <a:r>
              <a:rPr lang="ku-Arab-IQ" sz="2800" b="1" dirty="0">
                <a:solidFill>
                  <a:schemeClr val="bg1"/>
                </a:solidFill>
              </a:rPr>
              <a:t>مەزاختنێن بکاربرنا کەسان یان خێزانان : پێکهاتیە ژوان مەزاختنان کو ژلایێ کەسان و خێزانانڤە دکرینا شمەك و خزمەتگوزاریێن پێشچآڤکری یێن بازاری دهێنە مەزاختن </a:t>
            </a:r>
          </a:p>
          <a:p>
            <a:pPr algn="r" rtl="1"/>
            <a:endParaRPr lang="ku-Arab-IQ" sz="2800" b="1" dirty="0">
              <a:solidFill>
                <a:schemeClr val="bg1"/>
              </a:solidFill>
            </a:endParaRPr>
          </a:p>
          <a:p>
            <a:pPr algn="r" rtl="1"/>
            <a:r>
              <a:rPr lang="ku-Arab-IQ" sz="2800" b="1" dirty="0">
                <a:solidFill>
                  <a:schemeClr val="bg1"/>
                </a:solidFill>
              </a:rPr>
              <a:t>ژوان شمەکێن ژی درێژ وەك | ترومبێل ، ئامیرێن کارەبایی </a:t>
            </a:r>
          </a:p>
          <a:p>
            <a:pPr algn="r" rtl="1"/>
            <a:r>
              <a:rPr lang="ku-Arab-IQ" sz="2800" b="1" dirty="0">
                <a:solidFill>
                  <a:schemeClr val="bg1"/>
                </a:solidFill>
              </a:rPr>
              <a:t>شمەکێن ژی ناڤنجی وەك | جل و بەرگ   </a:t>
            </a:r>
          </a:p>
          <a:p>
            <a:pPr algn="r" rtl="1"/>
            <a:r>
              <a:rPr lang="ku-Arab-IQ" sz="2800" b="1" dirty="0">
                <a:solidFill>
                  <a:schemeClr val="bg1"/>
                </a:solidFill>
              </a:rPr>
              <a:t>شمەکێن ئاسایی وەك | خوارن و دەرمان </a:t>
            </a:r>
          </a:p>
          <a:p>
            <a:pPr algn="r" rtl="1"/>
            <a:r>
              <a:rPr lang="ku-Arab-IQ" sz="2800" b="1" dirty="0">
                <a:solidFill>
                  <a:schemeClr val="bg1"/>
                </a:solidFill>
              </a:rPr>
              <a:t>خزمەتگوزاری وەك |  خواندن و ساخلەمی و کارەب و ئنترنێت..هتد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9D93469-37EA-FAAA-7455-46D632CF5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4622" y="0"/>
            <a:ext cx="6567377" cy="744391"/>
          </a:xfrm>
          <a:prstGeom prst="round2DiagRect">
            <a:avLst>
              <a:gd name="adj1" fmla="val 10954"/>
              <a:gd name="adj2" fmla="val 0"/>
            </a:avLst>
          </a:prstGeom>
          <a:solidFill>
            <a:srgbClr val="FFC000"/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algn="r"/>
            <a:r>
              <a:rPr lang="ku-Arab-IQ" sz="4000" b="1" dirty="0">
                <a:solidFill>
                  <a:sysClr val="windowText" lastClr="000000"/>
                </a:solidFill>
              </a:rPr>
              <a:t>رێکێن حسابکرنا داهاتێ نەتەوەیی</a:t>
            </a:r>
            <a:endParaRPr lang="en-US" sz="4000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87169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wipe/>
      </p:transition>
    </mc:Choice>
    <mc:Fallback>
      <p:transition spd="slow">
        <p:wip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63F7AB-F91D-F921-606A-5CA18CA36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0C1075D-C467-9C99-0DDD-21921C13DFB1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ar-SY" sz="2800" b="1" dirty="0">
                <a:solidFill>
                  <a:schemeClr val="bg1"/>
                </a:solidFill>
              </a:rPr>
              <a:t>2- </a:t>
            </a:r>
            <a:r>
              <a:rPr lang="ku-Arab-IQ" sz="2800" b="1" dirty="0">
                <a:solidFill>
                  <a:schemeClr val="bg1"/>
                </a:solidFill>
              </a:rPr>
              <a:t>مەزاختنێن وەبەرهێنانا تایبەت: پێکهاتیە ژوان مەزاختنێن کو ژلایێ کەرتێ تایبەتڤە دهێنە مەزاختن چ تاکەکەسی بن یان کۆمپانی ، وەبەرهێنانا دبیاڤێن بەرهەمئینانا شمەکێن تەمام دروستکری یان وەبەرهێنان د دەرامەتێن دەستپێکی و نیڤ دروستکریدا </a:t>
            </a:r>
          </a:p>
          <a:p>
            <a:pPr algn="r" rtl="1"/>
            <a:endParaRPr lang="ku-Arab-IQ" sz="2800" b="1" dirty="0">
              <a:solidFill>
                <a:schemeClr val="bg1"/>
              </a:solidFill>
            </a:endParaRPr>
          </a:p>
          <a:p>
            <a:pPr algn="r" rtl="1"/>
            <a:r>
              <a:rPr lang="ku-Arab-IQ" sz="2800" b="1" dirty="0">
                <a:solidFill>
                  <a:schemeClr val="bg1"/>
                </a:solidFill>
              </a:rPr>
              <a:t>وەكی : کرینا ئامیر و ئالاڤان یان کەرەستەیێن خاڤ کو د چالاکیا بەرهەمئینانێدا دهێنە بکارئینان</a:t>
            </a:r>
          </a:p>
          <a:p>
            <a:pPr algn="r" rtl="1"/>
            <a:endParaRPr lang="ku-Arab-IQ" sz="2800" b="1" dirty="0">
              <a:solidFill>
                <a:schemeClr val="bg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AE8613A-8F10-273E-4FA2-87DD434AA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4622" y="0"/>
            <a:ext cx="6567377" cy="744391"/>
          </a:xfrm>
          <a:prstGeom prst="round2DiagRect">
            <a:avLst>
              <a:gd name="adj1" fmla="val 10954"/>
              <a:gd name="adj2" fmla="val 0"/>
            </a:avLst>
          </a:prstGeom>
          <a:solidFill>
            <a:srgbClr val="FFC000"/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algn="r"/>
            <a:r>
              <a:rPr lang="ku-Arab-IQ" sz="4000" b="1" dirty="0">
                <a:solidFill>
                  <a:sysClr val="windowText" lastClr="000000"/>
                </a:solidFill>
              </a:rPr>
              <a:t>رێکێن حسابکرنا داهاتێ نەتەوەیی</a:t>
            </a:r>
            <a:endParaRPr lang="en-US" sz="4000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96884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wipe/>
      </p:transition>
    </mc:Choice>
    <mc:Fallback>
      <p:transition spd="slow">
        <p:wip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F45DB-36E1-B537-71AD-11FB0625F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2AE103-ACE6-154A-50A7-38622971B324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ar-SY" sz="2800" b="1" dirty="0">
                <a:solidFill>
                  <a:schemeClr val="bg1"/>
                </a:solidFill>
              </a:rPr>
              <a:t>3- </a:t>
            </a:r>
            <a:r>
              <a:rPr lang="ku-Arab-IQ" sz="2800" b="1" dirty="0">
                <a:solidFill>
                  <a:schemeClr val="bg1"/>
                </a:solidFill>
              </a:rPr>
              <a:t>مەزاختنێن حکومەتێ : ژ دوو جورێن مەزاختنان پێكدهێن : </a:t>
            </a:r>
          </a:p>
          <a:p>
            <a:pPr algn="r" rtl="1"/>
            <a:r>
              <a:rPr lang="ku-Arab-IQ" sz="2800" b="1" dirty="0">
                <a:solidFill>
                  <a:schemeClr val="bg1"/>
                </a:solidFill>
              </a:rPr>
              <a:t>. ئەو مەزاختنێن حکومەتێ کو بەرانبەری مەزاختنا وان شمەك و خزمەتگوزاری ژ کەسان و پروژەیان بدەست دکەڤیت ئەڤ جورێ مەزاختنێ ب چالاکیەکا بەرهەمئینەر یا کاریگەر دهێتە دانان .</a:t>
            </a:r>
          </a:p>
          <a:p>
            <a:pPr algn="r" rtl="1"/>
            <a:r>
              <a:rPr lang="ku-Arab-IQ" sz="2800" b="1" dirty="0">
                <a:solidFill>
                  <a:schemeClr val="bg1"/>
                </a:solidFill>
              </a:rPr>
              <a:t>وەکی : مەزاختنا برە پارەیەکێ دیارکری د کرینا ئامیر و ئالاڤێن بەرهەمئینانێدا یان ترومبێل و دەرماناندا</a:t>
            </a:r>
          </a:p>
          <a:p>
            <a:pPr algn="r" rtl="1"/>
            <a:endParaRPr lang="ku-Arab-IQ" sz="2800" b="1" dirty="0">
              <a:solidFill>
                <a:schemeClr val="bg1"/>
              </a:solidFill>
            </a:endParaRPr>
          </a:p>
          <a:p>
            <a:pPr algn="r" rtl="1"/>
            <a:endParaRPr lang="ku-Arab-IQ" sz="2800" b="1" dirty="0">
              <a:solidFill>
                <a:schemeClr val="bg1"/>
              </a:solidFill>
            </a:endParaRPr>
          </a:p>
          <a:p>
            <a:pPr algn="r" rtl="1"/>
            <a:r>
              <a:rPr lang="ku-Arab-IQ" sz="2800" b="1" dirty="0">
                <a:solidFill>
                  <a:schemeClr val="bg1"/>
                </a:solidFill>
              </a:rPr>
              <a:t>. ئەو مەزاختنێن حکومەتێ کو د بەرانبەردا چ شمەك و خزمەتگوزاریەك بدەست ناکەڤیت .</a:t>
            </a:r>
          </a:p>
          <a:p>
            <a:pPr algn="r" rtl="1"/>
            <a:r>
              <a:rPr lang="ku-Arab-IQ" sz="2800" b="1" dirty="0">
                <a:solidFill>
                  <a:schemeClr val="bg1"/>
                </a:solidFill>
              </a:rPr>
              <a:t>وەکی :  وی پارەی یێ حکومەت لدەمێ رویدانا کارەساتێن سروشتی دمەزێخیت | لەهی و بیڤەلەرز</a:t>
            </a:r>
          </a:p>
          <a:p>
            <a:pPr algn="r" rtl="1"/>
            <a:r>
              <a:rPr lang="ku-Arab-IQ" sz="2800" b="1" dirty="0">
                <a:solidFill>
                  <a:schemeClr val="bg1"/>
                </a:solidFill>
              </a:rPr>
              <a:t>ئەو پارەیێ ژ لایێ دام و دەزگەهێن حکومەتێ بو بێ سەمیانان دهێتە مەزاختن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C5EC73C-2977-575C-703B-2B9D4FC5F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4622" y="0"/>
            <a:ext cx="6567377" cy="744391"/>
          </a:xfrm>
          <a:prstGeom prst="round2DiagRect">
            <a:avLst>
              <a:gd name="adj1" fmla="val 10954"/>
              <a:gd name="adj2" fmla="val 0"/>
            </a:avLst>
          </a:prstGeom>
          <a:solidFill>
            <a:srgbClr val="FFC000"/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algn="r"/>
            <a:r>
              <a:rPr lang="ku-Arab-IQ" sz="4000" b="1" dirty="0">
                <a:solidFill>
                  <a:sysClr val="windowText" lastClr="000000"/>
                </a:solidFill>
              </a:rPr>
              <a:t>رێکێن حسابکرنا داهاتێ نەتەوەیی</a:t>
            </a:r>
            <a:endParaRPr lang="en-US" sz="4000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07241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wipe/>
      </p:transition>
    </mc:Choice>
    <mc:Fallback>
      <p:transition spd="slow">
        <p:wip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B3512-F725-9A92-09DF-2FD58B40C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9D14329-D927-8164-59D0-CDA4E53FC2BB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ar-SY" sz="2800" b="1" dirty="0">
                <a:solidFill>
                  <a:schemeClr val="bg1"/>
                </a:solidFill>
              </a:rPr>
              <a:t>4-</a:t>
            </a:r>
            <a:r>
              <a:rPr lang="ku-Arab-IQ" sz="2800" b="1" dirty="0">
                <a:solidFill>
                  <a:schemeClr val="bg1"/>
                </a:solidFill>
              </a:rPr>
              <a:t> پۆختێ مامەلێن ژدەرڤە | بازرگانیا ژدەرڤە : پۆختێ مامەلێن بازرگانی یێن وەلاتی دگەل وەلاتێن دی دیاردکەت د دەمێ سالەکێدا کا چ هناردیە ژ دەرڤە یان چ ژدەرڤە ئینایە ب جوداهیا دناڤبەرا واندا دهێتە گوتن | پۆختێ بازرگانیا ژدەرڤە | دبیت مەجەب + بیت یان سالب - 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37C26B6-EBE4-0E9D-5594-EDF6F0F14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4622" y="0"/>
            <a:ext cx="6567377" cy="744391"/>
          </a:xfrm>
          <a:prstGeom prst="round2DiagRect">
            <a:avLst>
              <a:gd name="adj1" fmla="val 10954"/>
              <a:gd name="adj2" fmla="val 0"/>
            </a:avLst>
          </a:prstGeom>
          <a:solidFill>
            <a:srgbClr val="FFC000"/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algn="r"/>
            <a:r>
              <a:rPr lang="ku-Arab-IQ" sz="4000" b="1" dirty="0">
                <a:solidFill>
                  <a:sysClr val="windowText" lastClr="000000"/>
                </a:solidFill>
              </a:rPr>
              <a:t>رێکێن حسابکرنا داهاتێ نەتەوەیی</a:t>
            </a:r>
            <a:endParaRPr lang="en-US" sz="4000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9562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wipe/>
      </p:transition>
    </mc:Choice>
    <mc:Fallback>
      <p:transition spd="slow">
        <p:wip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5600B-4B4E-959C-41A0-5896AEC20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1CA926-C52C-E573-31F6-AA22A15CF7D8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endParaRPr lang="ku-Arab-IQ" sz="2800" b="1" dirty="0">
              <a:solidFill>
                <a:schemeClr val="bg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4A7952A-F9A1-CD66-5913-2A9511869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4622" y="0"/>
            <a:ext cx="6567377" cy="744391"/>
          </a:xfrm>
          <a:prstGeom prst="round2DiagRect">
            <a:avLst>
              <a:gd name="adj1" fmla="val 10954"/>
              <a:gd name="adj2" fmla="val 0"/>
            </a:avLst>
          </a:prstGeom>
          <a:solidFill>
            <a:srgbClr val="FFC000"/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algn="r"/>
            <a:r>
              <a:rPr lang="ku-Arab-IQ" sz="4000" b="1" dirty="0">
                <a:solidFill>
                  <a:sysClr val="windowText" lastClr="000000"/>
                </a:solidFill>
              </a:rPr>
              <a:t>رێکێن حسابکرنا داهاتێ نەتەوەیی</a:t>
            </a:r>
            <a:endParaRPr lang="en-US" sz="4000" b="1" dirty="0">
              <a:solidFill>
                <a:sysClr val="windowText" lastClr="000000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22A9B28-99BE-E574-576E-B507DCC3E8E1}"/>
              </a:ext>
            </a:extLst>
          </p:cNvPr>
          <p:cNvGrpSpPr/>
          <p:nvPr/>
        </p:nvGrpSpPr>
        <p:grpSpPr>
          <a:xfrm>
            <a:off x="203790" y="893136"/>
            <a:ext cx="11784419" cy="5826642"/>
            <a:chOff x="203790" y="2701652"/>
            <a:chExt cx="11784419" cy="3738664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B01C4D7-0AD1-AB9A-9A24-E55E2A76EBB4}"/>
                </a:ext>
              </a:extLst>
            </p:cNvPr>
            <p:cNvSpPr/>
            <p:nvPr/>
          </p:nvSpPr>
          <p:spPr>
            <a:xfrm>
              <a:off x="11004699" y="2701652"/>
              <a:ext cx="983510" cy="3733800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t"/>
            <a:lstStyle/>
            <a:p>
              <a:pPr algn="ctr"/>
              <a:r>
                <a:rPr lang="ku-Arab-IQ" sz="4000" b="1" dirty="0">
                  <a:solidFill>
                    <a:sysClr val="windowText" lastClr="000000"/>
                  </a:solidFill>
                  <a:cs typeface="+mj-cs"/>
                </a:rPr>
                <a:t>ژێدەرێن سەرەکی یێن مەزاختنان </a:t>
              </a:r>
              <a:endParaRPr lang="en-US" sz="4000" b="1" dirty="0">
                <a:solidFill>
                  <a:sysClr val="windowText" lastClr="000000"/>
                </a:solidFill>
                <a:cs typeface="+mj-cs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F4ECB1D-512B-81AD-98B7-9C0B9294D057}"/>
                </a:ext>
              </a:extLst>
            </p:cNvPr>
            <p:cNvSpPr/>
            <p:nvPr/>
          </p:nvSpPr>
          <p:spPr>
            <a:xfrm>
              <a:off x="203790" y="2706516"/>
              <a:ext cx="10694581" cy="3733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 rtl="1">
                <a:lnSpc>
                  <a:spcPct val="200000"/>
                </a:lnSpc>
              </a:pPr>
              <a:endParaRPr lang="en-US" sz="2800" dirty="0">
                <a:solidFill>
                  <a:schemeClr val="tx1"/>
                </a:solidFill>
                <a:cs typeface="+mj-cs"/>
              </a:endParaRPr>
            </a:p>
          </p:txBody>
        </p:sp>
      </p:grpSp>
      <p:sp>
        <p:nvSpPr>
          <p:cNvPr id="4" name="Title 1">
            <a:extLst>
              <a:ext uri="{FF2B5EF4-FFF2-40B4-BE49-F238E27FC236}">
                <a16:creationId xmlns:a16="http://schemas.microsoft.com/office/drawing/2014/main" id="{730CD30A-C878-B713-4F53-B9A25A71FBB4}"/>
              </a:ext>
            </a:extLst>
          </p:cNvPr>
          <p:cNvSpPr txBox="1">
            <a:spLocks/>
          </p:cNvSpPr>
          <p:nvPr/>
        </p:nvSpPr>
        <p:spPr>
          <a:xfrm>
            <a:off x="710611" y="651777"/>
            <a:ext cx="3047998" cy="744391"/>
          </a:xfrm>
          <a:prstGeom prst="round2DiagRect">
            <a:avLst>
              <a:gd name="adj1" fmla="val 10954"/>
              <a:gd name="adj2" fmla="val 0"/>
            </a:avLst>
          </a:prstGeom>
          <a:solidFill>
            <a:schemeClr val="accent2"/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u-Arab-IQ" sz="4000" b="1" dirty="0">
                <a:solidFill>
                  <a:schemeClr val="bg1"/>
                </a:solidFill>
              </a:rPr>
              <a:t>رێکا مەزاختنێ</a:t>
            </a:r>
            <a:endParaRPr lang="en-US" sz="4000" b="1" dirty="0">
              <a:solidFill>
                <a:schemeClr val="bg1"/>
              </a:solidFill>
            </a:endParaRPr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DF1F9E5B-4A12-F361-E3A9-7CB9A21ECA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56475325"/>
              </p:ext>
            </p:extLst>
          </p:nvPr>
        </p:nvGraphicFramePr>
        <p:xfrm>
          <a:off x="3860801" y="1049274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6" name="Title 1">
            <a:extLst>
              <a:ext uri="{FF2B5EF4-FFF2-40B4-BE49-F238E27FC236}">
                <a16:creationId xmlns:a16="http://schemas.microsoft.com/office/drawing/2014/main" id="{B4C871DD-E468-CCC4-A067-BB12A3874C74}"/>
              </a:ext>
            </a:extLst>
          </p:cNvPr>
          <p:cNvSpPr txBox="1">
            <a:spLocks/>
          </p:cNvSpPr>
          <p:nvPr/>
        </p:nvSpPr>
        <p:spPr>
          <a:xfrm>
            <a:off x="189909" y="4538384"/>
            <a:ext cx="7239593" cy="981247"/>
          </a:xfrm>
          <a:prstGeom prst="round2DiagRect">
            <a:avLst>
              <a:gd name="adj1" fmla="val 10954"/>
              <a:gd name="adj2" fmla="val 0"/>
            </a:avLst>
          </a:prstGeom>
          <a:solidFill>
            <a:srgbClr val="FFC000"/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ku-Arab-IQ" sz="2400" b="1" dirty="0">
                <a:solidFill>
                  <a:sysClr val="windowText" lastClr="000000"/>
                </a:solidFill>
              </a:rPr>
              <a:t>داهاتێ نەتەوەیی = کومکرنا هەمی مەزاختنان </a:t>
            </a:r>
          </a:p>
          <a:p>
            <a:pPr algn="r"/>
            <a:r>
              <a:rPr lang="ku-Arab-IQ" sz="2400" b="1" dirty="0">
                <a:solidFill>
                  <a:sysClr val="windowText" lastClr="000000"/>
                </a:solidFill>
              </a:rPr>
              <a:t>بکاربرنا کەسان + میری + وەبەرهێنانا تایبەت + بازرگانیا ژدەرڤە </a:t>
            </a:r>
            <a:endParaRPr lang="en-US" sz="2400" b="1" dirty="0">
              <a:solidFill>
                <a:sysClr val="windowText" lastClr="000000"/>
              </a:solidFill>
            </a:endParaRP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AD7200F5-7CF2-8A07-100D-F5B323BDE408}"/>
              </a:ext>
            </a:extLst>
          </p:cNvPr>
          <p:cNvSpPr txBox="1">
            <a:spLocks/>
          </p:cNvSpPr>
          <p:nvPr/>
        </p:nvSpPr>
        <p:spPr>
          <a:xfrm>
            <a:off x="1828800" y="5581160"/>
            <a:ext cx="5651797" cy="500664"/>
          </a:xfrm>
          <a:prstGeom prst="round2DiagRect">
            <a:avLst>
              <a:gd name="adj1" fmla="val 10954"/>
              <a:gd name="adj2" fmla="val 0"/>
            </a:avLst>
          </a:prstGeom>
          <a:solidFill>
            <a:srgbClr val="FFC000"/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u-Arab-IQ" sz="2400" b="1" dirty="0">
                <a:solidFill>
                  <a:sysClr val="windowText" lastClr="000000"/>
                </a:solidFill>
              </a:rPr>
              <a:t>پۆختێ بازرگانیا ژدەرڤە = هناردی – ئیناندی </a:t>
            </a:r>
            <a:endParaRPr lang="en-US" sz="2400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45285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wipe/>
      </p:transition>
    </mc:Choice>
    <mc:Fallback>
      <p:transition spd="slow">
        <p:wip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20479-4D4A-E737-DCDB-8F8BF5EB2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129796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wipe/>
      </p:transition>
    </mc:Choice>
    <mc:Fallback>
      <p:transition spd="slow">
        <p:wip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083AF-9630-D05A-86C8-22EA421F8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4947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wipe/>
      </p:transition>
    </mc:Choice>
    <mc:Fallback>
      <p:transition spd="slow">
        <p:wip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88970-F494-E826-A460-BDC00D22F1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63915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wipe/>
      </p:transition>
    </mc:Choice>
    <mc:Fallback>
      <p:transition spd="slow">
        <p:wip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8AB38-CAAA-710F-018C-52D924370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88207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wipe/>
      </p:transition>
    </mc:Choice>
    <mc:Fallback>
      <p:transition spd="slow">
        <p:wipe/>
      </p:transition>
    </mc:Fallback>
  </mc:AlternateContent>
</p:sld>
</file>

<file path=ppt/theme/theme1.xml><?xml version="1.0" encoding="utf-8"?>
<a:theme xmlns:a="http://schemas.openxmlformats.org/drawingml/2006/main" name="Shoji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ustom 35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hoji" id="{FC7F6458-703E-4B19-BAF9-E88A9B02521B}" vid="{6FBA4037-BA28-4926-BD89-6C54034403A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Shoji</Template>
  <TotalTime>101</TotalTime>
  <Words>417</Words>
  <Application>Microsoft Office PowerPoint</Application>
  <PresentationFormat>Widescreen</PresentationFormat>
  <Paragraphs>56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 Light</vt:lpstr>
      <vt:lpstr>Arial</vt:lpstr>
      <vt:lpstr>Castellar</vt:lpstr>
      <vt:lpstr>Walbaum Display</vt:lpstr>
      <vt:lpstr>Shoji</vt:lpstr>
      <vt:lpstr>PowerPoint Presentation</vt:lpstr>
      <vt:lpstr>رێکێن حسابکرنا داهاتێ نەتەوەیی</vt:lpstr>
      <vt:lpstr>رێکێن حسابکرنا داهاتێ نەتەوەیی</vt:lpstr>
      <vt:lpstr>رێکێن حسابکرنا داهاتێ نەتەوەیی</vt:lpstr>
      <vt:lpstr>رێکێن حسابکرنا داهاتێ نەتەوەیی</vt:lpstr>
      <vt:lpstr>رێکێن حسابکرنا داهاتێ نەتەوەیی</vt:lpstr>
      <vt:lpstr>رێکێن حسابکرنا داهاتێ نەتەوەیی</vt:lpstr>
      <vt:lpstr>رێکێن حسابکرنا داهاتێ نەتەوەیی</vt:lpstr>
      <vt:lpstr>PowerPoint Presentation</vt:lpstr>
      <vt:lpstr>PowerPoint Presentation</vt:lpstr>
      <vt:lpstr>PowerPoint Presentation</vt:lpstr>
      <vt:lpstr>PowerPoint Presentation</vt:lpstr>
    </vt:vector>
  </TitlesOfParts>
  <Company>Microsoft (C)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Sipan Kurdi</dc:creator>
  <cp:lastModifiedBy>Sipan Kurdi</cp:lastModifiedBy>
  <cp:revision>7</cp:revision>
  <dcterms:created xsi:type="dcterms:W3CDTF">2026-09-09T15:46:01Z</dcterms:created>
  <dcterms:modified xsi:type="dcterms:W3CDTF">2026-09-19T19:52:35Z</dcterms:modified>
</cp:coreProperties>
</file>